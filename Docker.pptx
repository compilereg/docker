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47"/>
  </p:notesMasterIdLst>
  <p:sldIdLst>
    <p:sldId id="256" r:id="rId3"/>
    <p:sldId id="257" r:id="rId4"/>
    <p:sldId id="258" r:id="rId5"/>
    <p:sldId id="259" r:id="rId6"/>
    <p:sldId id="289" r:id="rId7"/>
    <p:sldId id="260" r:id="rId8"/>
    <p:sldId id="261" r:id="rId9"/>
    <p:sldId id="262" r:id="rId10"/>
    <p:sldId id="263" r:id="rId11"/>
    <p:sldId id="264" r:id="rId12"/>
    <p:sldId id="290" r:id="rId13"/>
    <p:sldId id="265" r:id="rId14"/>
    <p:sldId id="266" r:id="rId15"/>
    <p:sldId id="267" r:id="rId16"/>
    <p:sldId id="268" r:id="rId17"/>
    <p:sldId id="269" r:id="rId18"/>
    <p:sldId id="270" r:id="rId19"/>
    <p:sldId id="271" r:id="rId20"/>
    <p:sldId id="291" r:id="rId21"/>
    <p:sldId id="293" r:id="rId22"/>
    <p:sldId id="292" r:id="rId23"/>
    <p:sldId id="272" r:id="rId24"/>
    <p:sldId id="273" r:id="rId25"/>
    <p:sldId id="274" r:id="rId26"/>
    <p:sldId id="275" r:id="rId27"/>
    <p:sldId id="276" r:id="rId28"/>
    <p:sldId id="277" r:id="rId29"/>
    <p:sldId id="278" r:id="rId30"/>
    <p:sldId id="294" r:id="rId31"/>
    <p:sldId id="279" r:id="rId32"/>
    <p:sldId id="280" r:id="rId33"/>
    <p:sldId id="281" r:id="rId34"/>
    <p:sldId id="282" r:id="rId35"/>
    <p:sldId id="283" r:id="rId36"/>
    <p:sldId id="284" r:id="rId37"/>
    <p:sldId id="296" r:id="rId38"/>
    <p:sldId id="295" r:id="rId39"/>
    <p:sldId id="297" r:id="rId40"/>
    <p:sldId id="298" r:id="rId41"/>
    <p:sldId id="299" r:id="rId42"/>
    <p:sldId id="285" r:id="rId43"/>
    <p:sldId id="286" r:id="rId44"/>
    <p:sldId id="287" r:id="rId45"/>
    <p:sldId id="288"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056" autoAdjust="0"/>
  </p:normalViewPr>
  <p:slideViewPr>
    <p:cSldViewPr snapToGrid="0">
      <p:cViewPr varScale="1">
        <p:scale>
          <a:sx n="105" d="100"/>
          <a:sy n="105" d="100"/>
        </p:scale>
        <p:origin x="7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6" name="PlaceHolder 1"/>
          <p:cNvSpPr>
            <a:spLocks noGrp="1" noRot="1" noChangeAspect="1"/>
          </p:cNvSpPr>
          <p:nvPr>
            <p:ph type="sldImg"/>
          </p:nvPr>
        </p:nvSpPr>
        <p:spPr>
          <a:xfrm>
            <a:off x="533520" y="764280"/>
            <a:ext cx="6704640" cy="3771360"/>
          </a:xfrm>
          <a:prstGeom prst="rect">
            <a:avLst/>
          </a:prstGeom>
          <a:noFill/>
          <a:ln w="0">
            <a:noFill/>
          </a:ln>
        </p:spPr>
        <p:txBody>
          <a:bodyPr lIns="0" tIns="0" rIns="0" bIns="0" anchor="ctr">
            <a:noAutofit/>
          </a:bodyPr>
          <a:lstStyle/>
          <a:p>
            <a:pPr algn="ctr">
              <a:buNone/>
            </a:pPr>
            <a:r>
              <a:rPr lang="en-US" sz="4400" b="0" strike="noStrike" spc="-1">
                <a:latin typeface="Arial"/>
              </a:rPr>
              <a:t>Click to move the slide</a:t>
            </a:r>
          </a:p>
        </p:txBody>
      </p:sp>
      <p:sp>
        <p:nvSpPr>
          <p:cNvPr id="8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r>
              <a:rPr lang="en-US" sz="2000" b="0" strike="noStrike" spc="-1">
                <a:latin typeface="Arial"/>
              </a:rPr>
              <a:t>Click to edit the notes format</a:t>
            </a:r>
          </a:p>
        </p:txBody>
      </p:sp>
      <p:sp>
        <p:nvSpPr>
          <p:cNvPr id="88"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r>
              <a:rPr lang="en-US" sz="1400" b="0" strike="noStrike" spc="-1">
                <a:latin typeface="Times New Roman"/>
              </a:rPr>
              <a:t>&lt;header&gt;</a:t>
            </a:r>
          </a:p>
        </p:txBody>
      </p:sp>
      <p:sp>
        <p:nvSpPr>
          <p:cNvPr id="89" name="PlaceHolder 4"/>
          <p:cNvSpPr>
            <a:spLocks noGrp="1"/>
          </p:cNvSpPr>
          <p:nvPr>
            <p:ph type="dt" idx="7"/>
          </p:nvPr>
        </p:nvSpPr>
        <p:spPr>
          <a:xfrm>
            <a:off x="4399200" y="0"/>
            <a:ext cx="3372840" cy="502560"/>
          </a:xfrm>
          <a:prstGeom prst="rect">
            <a:avLst/>
          </a:prstGeom>
          <a:noFill/>
          <a:ln w="0">
            <a:noFill/>
          </a:ln>
        </p:spPr>
        <p:txBody>
          <a:bodyPr lIns="0" tIns="0" rIns="0" bIns="0" anchor="t">
            <a:noAutofit/>
          </a:bodyPr>
          <a:lstStyle>
            <a:lvl1pPr algn="r">
              <a:buNone/>
              <a:defRPr lang="en-US" sz="1400" b="0" strike="noStrike" spc="-1">
                <a:latin typeface="Times New Roman"/>
              </a:defRPr>
            </a:lvl1pPr>
          </a:lstStyle>
          <a:p>
            <a:pPr algn="r">
              <a:buNone/>
            </a:pPr>
            <a:r>
              <a:rPr lang="en-US" sz="1400" b="0" strike="noStrike" spc="-1">
                <a:latin typeface="Times New Roman"/>
              </a:rPr>
              <a:t>&lt;date/time&gt;</a:t>
            </a:r>
          </a:p>
        </p:txBody>
      </p:sp>
      <p:sp>
        <p:nvSpPr>
          <p:cNvPr id="90" name="PlaceHolder 5"/>
          <p:cNvSpPr>
            <a:spLocks noGrp="1"/>
          </p:cNvSpPr>
          <p:nvPr>
            <p:ph type="ftr" idx="8"/>
          </p:nvPr>
        </p:nvSpPr>
        <p:spPr>
          <a:xfrm>
            <a:off x="0" y="9555480"/>
            <a:ext cx="3372840" cy="502560"/>
          </a:xfrm>
          <a:prstGeom prst="rect">
            <a:avLst/>
          </a:prstGeom>
          <a:noFill/>
          <a:ln w="0">
            <a:noFill/>
          </a:ln>
        </p:spPr>
        <p:txBody>
          <a:bodyPr lIns="0" tIns="0" rIns="0" bIns="0" anchor="b">
            <a:noAutofit/>
          </a:bodyPr>
          <a:lstStyle>
            <a:lvl1pPr>
              <a:defRPr lang="en-US" sz="1400" b="0" strike="noStrike" spc="-1">
                <a:latin typeface="Times New Roman"/>
              </a:defRPr>
            </a:lvl1pPr>
          </a:lstStyle>
          <a:p>
            <a:r>
              <a:rPr lang="en-US" sz="1400" b="0" strike="noStrike" spc="-1">
                <a:latin typeface="Times New Roman"/>
              </a:rPr>
              <a:t>&lt;footer&gt;</a:t>
            </a:r>
          </a:p>
        </p:txBody>
      </p:sp>
      <p:sp>
        <p:nvSpPr>
          <p:cNvPr id="91" name="PlaceHolder 6"/>
          <p:cNvSpPr>
            <a:spLocks noGrp="1"/>
          </p:cNvSpPr>
          <p:nvPr>
            <p:ph type="sldNum" idx="9"/>
          </p:nvPr>
        </p:nvSpPr>
        <p:spPr>
          <a:xfrm>
            <a:off x="4399200" y="9555480"/>
            <a:ext cx="3372840" cy="502560"/>
          </a:xfrm>
          <a:prstGeom prst="rect">
            <a:avLst/>
          </a:prstGeom>
          <a:noFill/>
          <a:ln w="0">
            <a:noFill/>
          </a:ln>
        </p:spPr>
        <p:txBody>
          <a:bodyPr lIns="0" tIns="0" rIns="0" bIns="0" anchor="b">
            <a:noAutofit/>
          </a:bodyPr>
          <a:lstStyle>
            <a:lvl1pPr algn="r">
              <a:buNone/>
              <a:defRPr lang="en-US" sz="1400" b="0" strike="noStrike" spc="-1">
                <a:latin typeface="Times New Roman"/>
              </a:defRPr>
            </a:lvl1pPr>
          </a:lstStyle>
          <a:p>
            <a:pPr algn="r">
              <a:buNone/>
            </a:pPr>
            <a:fld id="{2A441134-7C93-487B-BA01-20B335B8B736}" type="slidenum">
              <a:rPr lang="en-US" sz="1400" b="0" strike="noStrike" spc="-1">
                <a:latin typeface="Times New Roman"/>
              </a:rPr>
              <a:t>‹#›</a:t>
            </a:fld>
            <a:endParaRPr lang="en-US" sz="1400" b="0" strike="noStrike" spc="-1">
              <a:latin typeface="Times New Roman"/>
            </a:endParaRPr>
          </a:p>
        </p:txBody>
      </p:sp>
    </p:spTree>
    <p:extLst>
      <p:ext uri="{BB962C8B-B14F-4D97-AF65-F5344CB8AC3E}">
        <p14:creationId xmlns:p14="http://schemas.microsoft.com/office/powerpoint/2010/main" val="3678534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PlaceHolder 1"/>
          <p:cNvSpPr>
            <a:spLocks noGrp="1" noRot="1" noChangeAspect="1"/>
          </p:cNvSpPr>
          <p:nvPr>
            <p:ph type="sldImg"/>
          </p:nvPr>
        </p:nvSpPr>
        <p:spPr>
          <a:xfrm>
            <a:off x="685800" y="1143000"/>
            <a:ext cx="5485680" cy="3085560"/>
          </a:xfrm>
          <a:prstGeom prst="rect">
            <a:avLst/>
          </a:prstGeom>
          <a:ln w="0">
            <a:noFill/>
          </a:ln>
        </p:spPr>
      </p:sp>
      <p:sp>
        <p:nvSpPr>
          <p:cNvPr id="165"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66" name="PlaceHolder 3"/>
          <p:cNvSpPr>
            <a:spLocks noGrp="1"/>
          </p:cNvSpPr>
          <p:nvPr>
            <p:ph type="sldNum" idx="10"/>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354B22CC-4828-4001-96D6-D60A06815D1A}" type="slidenum">
              <a:rPr lang="en-US" sz="1200" b="0" strike="noStrike" spc="-1">
                <a:solidFill>
                  <a:srgbClr val="000000"/>
                </a:solidFill>
                <a:latin typeface="+mn-lt"/>
                <a:ea typeface="+mn-ea"/>
              </a:rPr>
              <a:t>1</a:t>
            </a:fld>
            <a:endParaRPr lang="en-US" sz="1200" b="0" strike="noStrike" spc="-1">
              <a:latin typeface="Times New Roman"/>
            </a:endParaRPr>
          </a:p>
        </p:txBody>
      </p:sp>
    </p:spTree>
    <p:extLst>
      <p:ext uri="{BB962C8B-B14F-4D97-AF65-F5344CB8AC3E}">
        <p14:creationId xmlns:p14="http://schemas.microsoft.com/office/powerpoint/2010/main" val="4406744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PlaceHolder 1"/>
          <p:cNvSpPr>
            <a:spLocks noGrp="1" noRot="1" noChangeAspect="1"/>
          </p:cNvSpPr>
          <p:nvPr>
            <p:ph type="sldImg"/>
          </p:nvPr>
        </p:nvSpPr>
        <p:spPr>
          <a:xfrm>
            <a:off x="685800" y="1143000"/>
            <a:ext cx="5486400" cy="3086100"/>
          </a:xfrm>
          <a:prstGeom prst="rect">
            <a:avLst/>
          </a:prstGeom>
          <a:ln w="0">
            <a:noFill/>
          </a:ln>
        </p:spPr>
      </p:sp>
      <p:sp>
        <p:nvSpPr>
          <p:cNvPr id="168"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69" name="PlaceHolder 3"/>
          <p:cNvSpPr>
            <a:spLocks noGrp="1"/>
          </p:cNvSpPr>
          <p:nvPr>
            <p:ph type="sldNum" idx="11"/>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D4EF1E72-F6C4-4B76-9B17-0841F5FEDB1C}" type="slidenum">
              <a:rPr lang="en-US" sz="1200" b="0" strike="noStrike" spc="-1">
                <a:solidFill>
                  <a:srgbClr val="000000"/>
                </a:solidFill>
                <a:latin typeface="+mn-lt"/>
                <a:ea typeface="+mn-ea"/>
              </a:rPr>
              <a:t>5</a:t>
            </a:fld>
            <a:endParaRPr lang="en-US" sz="1200" b="0" strike="noStrike" spc="-1">
              <a:latin typeface="Times New Roman"/>
            </a:endParaRPr>
          </a:p>
        </p:txBody>
      </p:sp>
    </p:spTree>
    <p:extLst>
      <p:ext uri="{BB962C8B-B14F-4D97-AF65-F5344CB8AC3E}">
        <p14:creationId xmlns:p14="http://schemas.microsoft.com/office/powerpoint/2010/main" val="31602859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PlaceHolder 1"/>
          <p:cNvSpPr>
            <a:spLocks noGrp="1" noRot="1" noChangeAspect="1"/>
          </p:cNvSpPr>
          <p:nvPr>
            <p:ph type="sldImg"/>
          </p:nvPr>
        </p:nvSpPr>
        <p:spPr>
          <a:xfrm>
            <a:off x="685800" y="1143000"/>
            <a:ext cx="5486400" cy="3086100"/>
          </a:xfrm>
          <a:prstGeom prst="rect">
            <a:avLst/>
          </a:prstGeom>
          <a:ln w="0">
            <a:noFill/>
          </a:ln>
        </p:spPr>
      </p:sp>
      <p:sp>
        <p:nvSpPr>
          <p:cNvPr id="168"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69" name="PlaceHolder 3"/>
          <p:cNvSpPr>
            <a:spLocks noGrp="1"/>
          </p:cNvSpPr>
          <p:nvPr>
            <p:ph type="sldNum" idx="11"/>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D4EF1E72-F6C4-4B76-9B17-0841F5FEDB1C}" type="slidenum">
              <a:rPr lang="en-US" sz="1200" b="0" strike="noStrike" spc="-1">
                <a:solidFill>
                  <a:srgbClr val="000000"/>
                </a:solidFill>
                <a:latin typeface="+mn-lt"/>
                <a:ea typeface="+mn-ea"/>
              </a:rPr>
              <a:t>6</a:t>
            </a:fld>
            <a:endParaRPr lang="en-US" sz="1200" b="0" strike="noStrike" spc="-1">
              <a:latin typeface="Times New Roman"/>
            </a:endParaRPr>
          </a:p>
        </p:txBody>
      </p:sp>
    </p:spTree>
    <p:extLst>
      <p:ext uri="{BB962C8B-B14F-4D97-AF65-F5344CB8AC3E}">
        <p14:creationId xmlns:p14="http://schemas.microsoft.com/office/powerpoint/2010/main" val="34182073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PlaceHolder 1"/>
          <p:cNvSpPr>
            <a:spLocks noGrp="1" noRot="1" noChangeAspect="1"/>
          </p:cNvSpPr>
          <p:nvPr>
            <p:ph type="sldImg"/>
          </p:nvPr>
        </p:nvSpPr>
        <p:spPr>
          <a:xfrm>
            <a:off x="685800" y="1143000"/>
            <a:ext cx="5486400" cy="3086100"/>
          </a:xfrm>
          <a:prstGeom prst="rect">
            <a:avLst/>
          </a:prstGeom>
          <a:ln w="0">
            <a:noFill/>
          </a:ln>
        </p:spPr>
      </p:sp>
      <p:sp>
        <p:nvSpPr>
          <p:cNvPr id="171"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72" name="PlaceHolder 3"/>
          <p:cNvSpPr>
            <a:spLocks noGrp="1"/>
          </p:cNvSpPr>
          <p:nvPr>
            <p:ph type="sldNum" idx="12"/>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9AEA7787-CE3C-4F73-B8C2-486DDFEC5DC6}" type="slidenum">
              <a:rPr lang="en-US" sz="1200" b="0" strike="noStrike" spc="-1">
                <a:solidFill>
                  <a:srgbClr val="000000"/>
                </a:solidFill>
                <a:latin typeface="+mn-lt"/>
                <a:ea typeface="+mn-ea"/>
              </a:rPr>
              <a:t>7</a:t>
            </a:fld>
            <a:endParaRPr lang="en-US" sz="1200" b="0" strike="noStrike" spc="-1">
              <a:latin typeface="Times New Roman"/>
            </a:endParaRPr>
          </a:p>
        </p:txBody>
      </p:sp>
    </p:spTree>
    <p:extLst>
      <p:ext uri="{BB962C8B-B14F-4D97-AF65-F5344CB8AC3E}">
        <p14:creationId xmlns:p14="http://schemas.microsoft.com/office/powerpoint/2010/main" val="38364057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PlaceHolder 1"/>
          <p:cNvSpPr>
            <a:spLocks noGrp="1" noRot="1" noChangeAspect="1"/>
          </p:cNvSpPr>
          <p:nvPr>
            <p:ph type="sldImg"/>
          </p:nvPr>
        </p:nvSpPr>
        <p:spPr>
          <a:xfrm>
            <a:off x="685800" y="1143000"/>
            <a:ext cx="5486400" cy="3086100"/>
          </a:xfrm>
          <a:prstGeom prst="rect">
            <a:avLst/>
          </a:prstGeom>
          <a:ln w="0">
            <a:noFill/>
          </a:ln>
        </p:spPr>
      </p:sp>
      <p:sp>
        <p:nvSpPr>
          <p:cNvPr id="174"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75" name="PlaceHolder 3"/>
          <p:cNvSpPr>
            <a:spLocks noGrp="1"/>
          </p:cNvSpPr>
          <p:nvPr>
            <p:ph type="sldNum" idx="13"/>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FC321667-B4FC-4DCC-9A35-1B2E5E7BD2E3}" type="slidenum">
              <a:rPr lang="en-US" sz="1200" b="0" strike="noStrike" spc="-1">
                <a:solidFill>
                  <a:srgbClr val="000000"/>
                </a:solidFill>
                <a:latin typeface="+mn-lt"/>
                <a:ea typeface="+mn-ea"/>
              </a:rPr>
              <a:t>8</a:t>
            </a:fld>
            <a:endParaRPr lang="en-US" sz="1200" b="0" strike="noStrike" spc="-1">
              <a:latin typeface="Times New Roman"/>
            </a:endParaRPr>
          </a:p>
        </p:txBody>
      </p:sp>
    </p:spTree>
    <p:extLst>
      <p:ext uri="{BB962C8B-B14F-4D97-AF65-F5344CB8AC3E}">
        <p14:creationId xmlns:p14="http://schemas.microsoft.com/office/powerpoint/2010/main" val="1362221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 name="PlaceHolder 1"/>
          <p:cNvSpPr>
            <a:spLocks noGrp="1" noRot="1" noChangeAspect="1"/>
          </p:cNvSpPr>
          <p:nvPr>
            <p:ph type="sldImg"/>
          </p:nvPr>
        </p:nvSpPr>
        <p:spPr>
          <a:xfrm>
            <a:off x="685800" y="1143000"/>
            <a:ext cx="5486400" cy="3086100"/>
          </a:xfrm>
          <a:prstGeom prst="rect">
            <a:avLst/>
          </a:prstGeom>
          <a:ln w="0">
            <a:noFill/>
          </a:ln>
        </p:spPr>
      </p:sp>
      <p:sp>
        <p:nvSpPr>
          <p:cNvPr id="177"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78" name="PlaceHolder 3"/>
          <p:cNvSpPr>
            <a:spLocks noGrp="1"/>
          </p:cNvSpPr>
          <p:nvPr>
            <p:ph type="sldNum" idx="14"/>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E44A9FCA-B33D-470F-AA89-9DD20D01914F}" type="slidenum">
              <a:rPr lang="en-US" sz="1200" b="0" strike="noStrike" spc="-1">
                <a:solidFill>
                  <a:srgbClr val="000000"/>
                </a:solidFill>
                <a:latin typeface="+mn-lt"/>
                <a:ea typeface="+mn-ea"/>
              </a:rPr>
              <a:t>9</a:t>
            </a:fld>
            <a:endParaRPr lang="en-US" sz="1200" b="0" strike="noStrike" spc="-1">
              <a:latin typeface="Times New Roman"/>
            </a:endParaRPr>
          </a:p>
        </p:txBody>
      </p:sp>
    </p:spTree>
    <p:extLst>
      <p:ext uri="{BB962C8B-B14F-4D97-AF65-F5344CB8AC3E}">
        <p14:creationId xmlns:p14="http://schemas.microsoft.com/office/powerpoint/2010/main" val="9964255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noRot="1" noChangeAspect="1"/>
          </p:cNvSpPr>
          <p:nvPr>
            <p:ph type="sldImg"/>
          </p:nvPr>
        </p:nvSpPr>
        <p:spPr>
          <a:xfrm>
            <a:off x="685800" y="1143000"/>
            <a:ext cx="5486400" cy="3086100"/>
          </a:xfrm>
          <a:prstGeom prst="rect">
            <a:avLst/>
          </a:prstGeom>
          <a:ln w="0">
            <a:noFill/>
          </a:ln>
        </p:spPr>
      </p:sp>
      <p:sp>
        <p:nvSpPr>
          <p:cNvPr id="18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pPr marL="228600" indent="-228600">
              <a:lnSpc>
                <a:spcPct val="100000"/>
              </a:lnSpc>
              <a:buClr>
                <a:srgbClr val="000000"/>
              </a:buClr>
              <a:buFont typeface="StarSymbol"/>
              <a:buAutoNum type="arabicPeriod"/>
            </a:pPr>
            <a:r>
              <a:rPr lang="en-US" sz="2000" b="1" strike="noStrike" spc="-1">
                <a:latin typeface="Arial"/>
              </a:rPr>
              <a:t>No Single point of failure</a:t>
            </a:r>
            <a:r>
              <a:rPr lang="en-US" sz="2000" b="0" strike="noStrike" spc="-1">
                <a:latin typeface="Arial"/>
              </a:rPr>
              <a:t> — We’ve all been in that situation where an error in a tiny function crashes an entire application with functionalities not even related to it i.e., Single point of failure. Docker helps you in preventing this situation. You can break a huge monolithic app into multiple microservices, helping you with easier deployments.</a:t>
            </a:r>
          </a:p>
          <a:p>
            <a:pPr marL="228600" indent="-228600">
              <a:lnSpc>
                <a:spcPct val="100000"/>
              </a:lnSpc>
              <a:buClr>
                <a:srgbClr val="000000"/>
              </a:buClr>
              <a:buFont typeface="StarSymbol"/>
              <a:buAutoNum type="arabicPeriod"/>
            </a:pPr>
            <a:r>
              <a:rPr lang="en-US" sz="2000" b="1" strike="noStrike" spc="-1">
                <a:latin typeface="Arial"/>
              </a:rPr>
              <a:t>Scalability</a:t>
            </a:r>
            <a:r>
              <a:rPr lang="en-US" sz="2000" b="0" strike="noStrike" spc="-1">
                <a:latin typeface="Arial"/>
              </a:rPr>
              <a:t> — Containers are quickly scalable with the help of orchestration services like Kubernetes or swarm that helps it in creating and destroying multiple copies of containers very fast.</a:t>
            </a:r>
            <a:r>
              <a:rPr lang="en-US" sz="2000" b="1" strike="noStrike" spc="-1">
                <a:latin typeface="Arial"/>
              </a:rPr>
              <a:t> Scalability</a:t>
            </a:r>
            <a:r>
              <a:rPr lang="en-US" sz="2000" b="0" strike="noStrike" spc="-1">
                <a:latin typeface="Arial"/>
              </a:rPr>
              <a:t> — Containers are quickly scalable with the help of orchestration services like Kubernetes or swarm that helps it in creating and destroying multiple copies of containers very fast.</a:t>
            </a:r>
          </a:p>
          <a:p>
            <a:pPr marL="228600" indent="-228600">
              <a:lnSpc>
                <a:spcPct val="100000"/>
              </a:lnSpc>
              <a:buClr>
                <a:srgbClr val="000000"/>
              </a:buClr>
              <a:buFont typeface="StarSymbol"/>
              <a:buAutoNum type="arabicPeriod"/>
            </a:pPr>
            <a:r>
              <a:rPr lang="en-US" sz="2000" b="0" strike="noStrike" spc="-1">
                <a:latin typeface="Arial"/>
              </a:rPr>
              <a:t>Isolation on os level</a:t>
            </a:r>
          </a:p>
          <a:p>
            <a:pPr marL="228600" indent="-228600">
              <a:lnSpc>
                <a:spcPct val="100000"/>
              </a:lnSpc>
              <a:buClr>
                <a:srgbClr val="000000"/>
              </a:buClr>
              <a:buFont typeface="StarSymbol"/>
              <a:buAutoNum type="arabicPeriod"/>
            </a:pPr>
            <a:r>
              <a:rPr lang="en-US" sz="2000" b="1" strike="noStrike" spc="-1">
                <a:latin typeface="Arial"/>
              </a:rPr>
              <a:t>Ease of use:</a:t>
            </a:r>
            <a:r>
              <a:rPr lang="en-US" sz="2000" b="0" strike="noStrike" spc="-1">
                <a:latin typeface="Arial"/>
              </a:rPr>
              <a:t> Docker has made it much easier for anyone — developers, systems admins, architects and others — to take advantage of containers in order to quickly build and test portable applications. It allows anyone to package an application on their laptop, which in turn can run unmodified on any public cloud, private cloud, or even bare metal. The mantra is: “build once, run anywhere.”</a:t>
            </a:r>
          </a:p>
          <a:p>
            <a:pPr>
              <a:lnSpc>
                <a:spcPct val="100000"/>
              </a:lnSpc>
              <a:buNone/>
            </a:pPr>
            <a:endParaRPr lang="en-US" sz="2000" b="0" strike="noStrike" spc="-1">
              <a:latin typeface="Arial"/>
            </a:endParaRPr>
          </a:p>
        </p:txBody>
      </p:sp>
      <p:sp>
        <p:nvSpPr>
          <p:cNvPr id="181" name="PlaceHolder 3"/>
          <p:cNvSpPr>
            <a:spLocks noGrp="1"/>
          </p:cNvSpPr>
          <p:nvPr>
            <p:ph type="sldNum" idx="1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392C6C10-741D-453F-8073-89A7178E5746}" type="slidenum">
              <a:rPr lang="en-US" sz="1200" b="0" strike="noStrike" spc="-1">
                <a:solidFill>
                  <a:srgbClr val="000000"/>
                </a:solidFill>
                <a:latin typeface="+mn-lt"/>
                <a:ea typeface="+mn-ea"/>
              </a:rPr>
              <a:t>10</a:t>
            </a:fld>
            <a:endParaRPr lang="en-US" sz="1200" b="0" strike="noStrike" spc="-1">
              <a:latin typeface="Times New Roman"/>
            </a:endParaRPr>
          </a:p>
        </p:txBody>
      </p:sp>
    </p:spTree>
    <p:extLst>
      <p:ext uri="{BB962C8B-B14F-4D97-AF65-F5344CB8AC3E}">
        <p14:creationId xmlns:p14="http://schemas.microsoft.com/office/powerpoint/2010/main" val="3909112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noRot="1" noChangeAspect="1"/>
          </p:cNvSpPr>
          <p:nvPr>
            <p:ph type="sldImg"/>
          </p:nvPr>
        </p:nvSpPr>
        <p:spPr>
          <a:xfrm>
            <a:off x="685800" y="1143000"/>
            <a:ext cx="5486400" cy="3086100"/>
          </a:xfrm>
          <a:prstGeom prst="rect">
            <a:avLst/>
          </a:prstGeom>
          <a:ln w="0">
            <a:noFill/>
          </a:ln>
        </p:spPr>
      </p:sp>
      <p:sp>
        <p:nvSpPr>
          <p:cNvPr id="18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pPr>
              <a:lnSpc>
                <a:spcPct val="100000"/>
              </a:lnSpc>
              <a:buNone/>
            </a:pPr>
            <a:endParaRPr lang="en-US" sz="2000" b="0" strike="noStrike" spc="-1" dirty="0">
              <a:latin typeface="Arial"/>
            </a:endParaRPr>
          </a:p>
        </p:txBody>
      </p:sp>
      <p:sp>
        <p:nvSpPr>
          <p:cNvPr id="181" name="PlaceHolder 3"/>
          <p:cNvSpPr>
            <a:spLocks noGrp="1"/>
          </p:cNvSpPr>
          <p:nvPr>
            <p:ph type="sldNum" idx="1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392C6C10-741D-453F-8073-89A7178E5746}" type="slidenum">
              <a:rPr lang="en-US" sz="1200" b="0" strike="noStrike" spc="-1">
                <a:solidFill>
                  <a:srgbClr val="000000"/>
                </a:solidFill>
                <a:latin typeface="+mn-lt"/>
                <a:ea typeface="+mn-ea"/>
              </a:rPr>
              <a:t>11</a:t>
            </a:fld>
            <a:endParaRPr lang="en-US" sz="1200" b="0" strike="noStrike" spc="-1">
              <a:latin typeface="Times New Roman"/>
            </a:endParaRPr>
          </a:p>
        </p:txBody>
      </p:sp>
    </p:spTree>
    <p:extLst>
      <p:ext uri="{BB962C8B-B14F-4D97-AF65-F5344CB8AC3E}">
        <p14:creationId xmlns:p14="http://schemas.microsoft.com/office/powerpoint/2010/main" val="21364864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PlaceHolder 1"/>
          <p:cNvSpPr>
            <a:spLocks noGrp="1" noRot="1" noChangeAspect="1"/>
          </p:cNvSpPr>
          <p:nvPr>
            <p:ph type="sldImg"/>
          </p:nvPr>
        </p:nvSpPr>
        <p:spPr>
          <a:xfrm>
            <a:off x="685800" y="1143000"/>
            <a:ext cx="5486400" cy="3086100"/>
          </a:xfrm>
          <a:prstGeom prst="rect">
            <a:avLst/>
          </a:prstGeom>
          <a:ln w="0">
            <a:noFill/>
          </a:ln>
        </p:spPr>
      </p:sp>
      <p:sp>
        <p:nvSpPr>
          <p:cNvPr id="183"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84" name="PlaceHolder 3"/>
          <p:cNvSpPr>
            <a:spLocks noGrp="1"/>
          </p:cNvSpPr>
          <p:nvPr>
            <p:ph type="sldNum" idx="16"/>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A03D405-EDF4-40ED-91DA-2051522D4DD8}" type="slidenum">
              <a:rPr lang="en-US" sz="1200" b="0" strike="noStrike" spc="-1">
                <a:solidFill>
                  <a:srgbClr val="000000"/>
                </a:solidFill>
                <a:latin typeface="+mn-lt"/>
                <a:ea typeface="+mn-ea"/>
              </a:rPr>
              <a:t>12</a:t>
            </a:fld>
            <a:endParaRPr lang="en-US" sz="1200" b="0" strike="noStrike" spc="-1">
              <a:latin typeface="Times New Roman"/>
            </a:endParaRPr>
          </a:p>
        </p:txBody>
      </p:sp>
    </p:spTree>
    <p:extLst>
      <p:ext uri="{BB962C8B-B14F-4D97-AF65-F5344CB8AC3E}">
        <p14:creationId xmlns:p14="http://schemas.microsoft.com/office/powerpoint/2010/main" val="15354088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noRot="1" noChangeAspect="1"/>
          </p:cNvSpPr>
          <p:nvPr>
            <p:ph type="sldImg"/>
          </p:nvPr>
        </p:nvSpPr>
        <p:spPr>
          <a:xfrm>
            <a:off x="685800" y="1143000"/>
            <a:ext cx="5486400" cy="3086100"/>
          </a:xfrm>
          <a:prstGeom prst="rect">
            <a:avLst/>
          </a:prstGeom>
          <a:ln w="0">
            <a:noFill/>
          </a:ln>
        </p:spPr>
      </p:sp>
      <p:sp>
        <p:nvSpPr>
          <p:cNvPr id="186"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87" name="PlaceHolder 3"/>
          <p:cNvSpPr>
            <a:spLocks noGrp="1"/>
          </p:cNvSpPr>
          <p:nvPr>
            <p:ph type="sldNum" idx="17"/>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610FF6FF-8957-4224-B063-A0E7185D3204}" type="slidenum">
              <a:rPr lang="en-US" sz="1200" b="0" strike="noStrike" spc="-1">
                <a:solidFill>
                  <a:srgbClr val="000000"/>
                </a:solidFill>
                <a:latin typeface="+mn-lt"/>
                <a:ea typeface="+mn-ea"/>
              </a:rPr>
              <a:t>13</a:t>
            </a:fld>
            <a:endParaRPr lang="en-US" sz="1200" b="0" strike="noStrike" spc="-1">
              <a:latin typeface="Times New Roman"/>
            </a:endParaRPr>
          </a:p>
        </p:txBody>
      </p:sp>
    </p:spTree>
    <p:extLst>
      <p:ext uri="{BB962C8B-B14F-4D97-AF65-F5344CB8AC3E}">
        <p14:creationId xmlns:p14="http://schemas.microsoft.com/office/powerpoint/2010/main" val="32303522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PlaceHolder 1"/>
          <p:cNvSpPr>
            <a:spLocks noGrp="1" noRot="1" noChangeAspect="1"/>
          </p:cNvSpPr>
          <p:nvPr>
            <p:ph type="sldImg"/>
          </p:nvPr>
        </p:nvSpPr>
        <p:spPr>
          <a:xfrm>
            <a:off x="685800" y="1143000"/>
            <a:ext cx="5486400" cy="3086100"/>
          </a:xfrm>
          <a:prstGeom prst="rect">
            <a:avLst/>
          </a:prstGeom>
          <a:ln w="0">
            <a:noFill/>
          </a:ln>
        </p:spPr>
      </p:sp>
      <p:sp>
        <p:nvSpPr>
          <p:cNvPr id="189"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90" name="PlaceHolder 3"/>
          <p:cNvSpPr>
            <a:spLocks noGrp="1"/>
          </p:cNvSpPr>
          <p:nvPr>
            <p:ph type="sldNum" idx="18"/>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B7DDBEE0-E912-47C9-A30B-AE3181D2937C}" type="slidenum">
              <a:rPr lang="en-US" sz="1200" b="0" strike="noStrike" spc="-1">
                <a:solidFill>
                  <a:srgbClr val="000000"/>
                </a:solidFill>
                <a:latin typeface="+mn-lt"/>
                <a:ea typeface="+mn-ea"/>
              </a:rPr>
              <a:t>14</a:t>
            </a:fld>
            <a:endParaRPr lang="en-US" sz="1200" b="0" strike="noStrike" spc="-1">
              <a:latin typeface="Times New Roman"/>
            </a:endParaRPr>
          </a:p>
        </p:txBody>
      </p:sp>
    </p:spTree>
    <p:extLst>
      <p:ext uri="{BB962C8B-B14F-4D97-AF65-F5344CB8AC3E}">
        <p14:creationId xmlns:p14="http://schemas.microsoft.com/office/powerpoint/2010/main" val="1580231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PlaceHolder 1"/>
          <p:cNvSpPr>
            <a:spLocks noGrp="1" noRot="1" noChangeAspect="1"/>
          </p:cNvSpPr>
          <p:nvPr>
            <p:ph type="sldImg"/>
          </p:nvPr>
        </p:nvSpPr>
        <p:spPr>
          <a:xfrm>
            <a:off x="685800" y="1143000"/>
            <a:ext cx="5486400" cy="3086100"/>
          </a:xfrm>
          <a:prstGeom prst="rect">
            <a:avLst/>
          </a:prstGeom>
          <a:ln w="0">
            <a:noFill/>
          </a:ln>
        </p:spPr>
      </p:sp>
      <p:sp>
        <p:nvSpPr>
          <p:cNvPr id="192"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93" name="PlaceHolder 3"/>
          <p:cNvSpPr>
            <a:spLocks noGrp="1"/>
          </p:cNvSpPr>
          <p:nvPr>
            <p:ph type="sldNum" idx="19"/>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A63C3355-58D7-475A-B136-2D157E8B18DA}" type="slidenum">
              <a:rPr lang="en-US" sz="1200" b="0" strike="noStrike" spc="-1">
                <a:solidFill>
                  <a:srgbClr val="000000"/>
                </a:solidFill>
                <a:latin typeface="+mn-lt"/>
                <a:ea typeface="+mn-ea"/>
              </a:rPr>
              <a:t>15</a:t>
            </a:fld>
            <a:endParaRPr lang="en-US" sz="1200" b="0" strike="noStrike" spc="-1">
              <a:latin typeface="Times New Roman"/>
            </a:endParaRPr>
          </a:p>
        </p:txBody>
      </p:sp>
    </p:spTree>
    <p:extLst>
      <p:ext uri="{BB962C8B-B14F-4D97-AF65-F5344CB8AC3E}">
        <p14:creationId xmlns:p14="http://schemas.microsoft.com/office/powerpoint/2010/main" val="15892385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PlaceHolder 1"/>
          <p:cNvSpPr>
            <a:spLocks noGrp="1" noRot="1" noChangeAspect="1"/>
          </p:cNvSpPr>
          <p:nvPr>
            <p:ph type="sldImg"/>
          </p:nvPr>
        </p:nvSpPr>
        <p:spPr>
          <a:xfrm>
            <a:off x="685800" y="1143000"/>
            <a:ext cx="5486400" cy="3086100"/>
          </a:xfrm>
          <a:prstGeom prst="rect">
            <a:avLst/>
          </a:prstGeom>
          <a:ln w="0">
            <a:noFill/>
          </a:ln>
        </p:spPr>
      </p:sp>
      <p:sp>
        <p:nvSpPr>
          <p:cNvPr id="195"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96" name="PlaceHolder 3"/>
          <p:cNvSpPr>
            <a:spLocks noGrp="1"/>
          </p:cNvSpPr>
          <p:nvPr>
            <p:ph type="sldNum" idx="20"/>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44289C9F-7F03-4DA3-9BD1-FD6E3BC47BAF}" type="slidenum">
              <a:rPr lang="en-US" sz="1200" b="0" strike="noStrike" spc="-1">
                <a:solidFill>
                  <a:srgbClr val="000000"/>
                </a:solidFill>
                <a:latin typeface="+mn-lt"/>
                <a:ea typeface="+mn-ea"/>
              </a:rPr>
              <a:t>16</a:t>
            </a:fld>
            <a:endParaRPr lang="en-US" sz="1200" b="0" strike="noStrike" spc="-1">
              <a:latin typeface="Times New Roman"/>
            </a:endParaRPr>
          </a:p>
        </p:txBody>
      </p:sp>
    </p:spTree>
    <p:extLst>
      <p:ext uri="{BB962C8B-B14F-4D97-AF65-F5344CB8AC3E}">
        <p14:creationId xmlns:p14="http://schemas.microsoft.com/office/powerpoint/2010/main" val="929022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PlaceHolder 1"/>
          <p:cNvSpPr>
            <a:spLocks noGrp="1" noRot="1" noChangeAspect="1"/>
          </p:cNvSpPr>
          <p:nvPr>
            <p:ph type="sldImg"/>
          </p:nvPr>
        </p:nvSpPr>
        <p:spPr>
          <a:xfrm>
            <a:off x="685800" y="1143000"/>
            <a:ext cx="5486400" cy="3086100"/>
          </a:xfrm>
          <a:prstGeom prst="rect">
            <a:avLst/>
          </a:prstGeom>
          <a:ln w="0">
            <a:noFill/>
          </a:ln>
        </p:spPr>
      </p:sp>
      <p:sp>
        <p:nvSpPr>
          <p:cNvPr id="198"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199" name="PlaceHolder 3"/>
          <p:cNvSpPr>
            <a:spLocks noGrp="1"/>
          </p:cNvSpPr>
          <p:nvPr>
            <p:ph type="sldNum" idx="21"/>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06B828CF-D31D-4D32-9418-996169052ADC}" type="slidenum">
              <a:rPr lang="en-US" sz="1200" b="0" strike="noStrike" spc="-1">
                <a:solidFill>
                  <a:srgbClr val="000000"/>
                </a:solidFill>
                <a:latin typeface="+mn-lt"/>
                <a:ea typeface="+mn-ea"/>
              </a:rPr>
              <a:t>17</a:t>
            </a:fld>
            <a:endParaRPr lang="en-US" sz="1200" b="0" strike="noStrike" spc="-1">
              <a:latin typeface="Times New Roman"/>
            </a:endParaRPr>
          </a:p>
        </p:txBody>
      </p:sp>
    </p:spTree>
    <p:extLst>
      <p:ext uri="{BB962C8B-B14F-4D97-AF65-F5344CB8AC3E}">
        <p14:creationId xmlns:p14="http://schemas.microsoft.com/office/powerpoint/2010/main" val="17006251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PlaceHolder 1"/>
          <p:cNvSpPr>
            <a:spLocks noGrp="1" noRot="1" noChangeAspect="1"/>
          </p:cNvSpPr>
          <p:nvPr>
            <p:ph type="sldImg"/>
          </p:nvPr>
        </p:nvSpPr>
        <p:spPr>
          <a:xfrm>
            <a:off x="685800" y="1143000"/>
            <a:ext cx="5486400" cy="3086100"/>
          </a:xfrm>
          <a:prstGeom prst="rect">
            <a:avLst/>
          </a:prstGeom>
          <a:ln w="0">
            <a:noFill/>
          </a:ln>
        </p:spPr>
      </p:sp>
      <p:sp>
        <p:nvSpPr>
          <p:cNvPr id="201"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02" name="PlaceHolder 3"/>
          <p:cNvSpPr>
            <a:spLocks noGrp="1"/>
          </p:cNvSpPr>
          <p:nvPr>
            <p:ph type="sldNum" idx="22"/>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B3EA50D8-7654-4DC8-AC99-CC2F029E02C9}" type="slidenum">
              <a:rPr lang="en-US" sz="1200" b="0" strike="noStrike" spc="-1">
                <a:solidFill>
                  <a:srgbClr val="000000"/>
                </a:solidFill>
                <a:latin typeface="+mn-lt"/>
                <a:ea typeface="+mn-ea"/>
              </a:rPr>
              <a:t>18</a:t>
            </a:fld>
            <a:endParaRPr lang="en-US" sz="1200" b="0" strike="noStrike" spc="-1">
              <a:latin typeface="Times New Roman"/>
            </a:endParaRPr>
          </a:p>
        </p:txBody>
      </p:sp>
    </p:spTree>
    <p:extLst>
      <p:ext uri="{BB962C8B-B14F-4D97-AF65-F5344CB8AC3E}">
        <p14:creationId xmlns:p14="http://schemas.microsoft.com/office/powerpoint/2010/main" val="17342619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PlaceHolder 1"/>
          <p:cNvSpPr>
            <a:spLocks noGrp="1" noRot="1" noChangeAspect="1"/>
          </p:cNvSpPr>
          <p:nvPr>
            <p:ph type="sldImg"/>
          </p:nvPr>
        </p:nvSpPr>
        <p:spPr>
          <a:xfrm>
            <a:off x="685800" y="1143000"/>
            <a:ext cx="5486400" cy="3086100"/>
          </a:xfrm>
          <a:prstGeom prst="rect">
            <a:avLst/>
          </a:prstGeom>
          <a:ln w="0">
            <a:noFill/>
          </a:ln>
        </p:spPr>
      </p:sp>
      <p:sp>
        <p:nvSpPr>
          <p:cNvPr id="201"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02" name="PlaceHolder 3"/>
          <p:cNvSpPr>
            <a:spLocks noGrp="1"/>
          </p:cNvSpPr>
          <p:nvPr>
            <p:ph type="sldNum" idx="22"/>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B3EA50D8-7654-4DC8-AC99-CC2F029E02C9}" type="slidenum">
              <a:rPr lang="en-US" sz="1200" b="0" strike="noStrike" spc="-1">
                <a:solidFill>
                  <a:srgbClr val="000000"/>
                </a:solidFill>
                <a:latin typeface="+mn-lt"/>
                <a:ea typeface="+mn-ea"/>
              </a:rPr>
              <a:t>19</a:t>
            </a:fld>
            <a:endParaRPr lang="en-US" sz="1200" b="0" strike="noStrike" spc="-1">
              <a:latin typeface="Times New Roman"/>
            </a:endParaRPr>
          </a:p>
        </p:txBody>
      </p:sp>
    </p:spTree>
    <p:extLst>
      <p:ext uri="{BB962C8B-B14F-4D97-AF65-F5344CB8AC3E}">
        <p14:creationId xmlns:p14="http://schemas.microsoft.com/office/powerpoint/2010/main" val="40394217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PlaceHolder 1"/>
          <p:cNvSpPr>
            <a:spLocks noGrp="1" noRot="1" noChangeAspect="1"/>
          </p:cNvSpPr>
          <p:nvPr>
            <p:ph type="sldImg"/>
          </p:nvPr>
        </p:nvSpPr>
        <p:spPr>
          <a:xfrm>
            <a:off x="685800" y="1143000"/>
            <a:ext cx="5486400" cy="3086100"/>
          </a:xfrm>
          <a:prstGeom prst="rect">
            <a:avLst/>
          </a:prstGeom>
          <a:ln w="0">
            <a:noFill/>
          </a:ln>
        </p:spPr>
      </p:sp>
      <p:sp>
        <p:nvSpPr>
          <p:cNvPr id="201"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02" name="PlaceHolder 3"/>
          <p:cNvSpPr>
            <a:spLocks noGrp="1"/>
          </p:cNvSpPr>
          <p:nvPr>
            <p:ph type="sldNum" idx="22"/>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B3EA50D8-7654-4DC8-AC99-CC2F029E02C9}" type="slidenum">
              <a:rPr lang="en-US" sz="1200" b="0" strike="noStrike" spc="-1">
                <a:solidFill>
                  <a:srgbClr val="000000"/>
                </a:solidFill>
                <a:latin typeface="+mn-lt"/>
                <a:ea typeface="+mn-ea"/>
              </a:rPr>
              <a:t>20</a:t>
            </a:fld>
            <a:endParaRPr lang="en-US" sz="1200" b="0" strike="noStrike" spc="-1">
              <a:latin typeface="Times New Roman"/>
            </a:endParaRPr>
          </a:p>
        </p:txBody>
      </p:sp>
    </p:spTree>
    <p:extLst>
      <p:ext uri="{BB962C8B-B14F-4D97-AF65-F5344CB8AC3E}">
        <p14:creationId xmlns:p14="http://schemas.microsoft.com/office/powerpoint/2010/main" val="10088123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PlaceHolder 1"/>
          <p:cNvSpPr>
            <a:spLocks noGrp="1" noRot="1" noChangeAspect="1"/>
          </p:cNvSpPr>
          <p:nvPr>
            <p:ph type="sldImg"/>
          </p:nvPr>
        </p:nvSpPr>
        <p:spPr>
          <a:xfrm>
            <a:off x="685800" y="1143000"/>
            <a:ext cx="5486400" cy="3086100"/>
          </a:xfrm>
          <a:prstGeom prst="rect">
            <a:avLst/>
          </a:prstGeom>
          <a:ln w="0">
            <a:noFill/>
          </a:ln>
        </p:spPr>
      </p:sp>
      <p:sp>
        <p:nvSpPr>
          <p:cNvPr id="201"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dirty="0">
              <a:latin typeface="Arial"/>
            </a:endParaRPr>
          </a:p>
        </p:txBody>
      </p:sp>
      <p:sp>
        <p:nvSpPr>
          <p:cNvPr id="202" name="PlaceHolder 3"/>
          <p:cNvSpPr>
            <a:spLocks noGrp="1"/>
          </p:cNvSpPr>
          <p:nvPr>
            <p:ph type="sldNum" idx="22"/>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B3EA50D8-7654-4DC8-AC99-CC2F029E02C9}" type="slidenum">
              <a:rPr lang="en-US" sz="1200" b="0" strike="noStrike" spc="-1">
                <a:solidFill>
                  <a:srgbClr val="000000"/>
                </a:solidFill>
                <a:latin typeface="+mn-lt"/>
                <a:ea typeface="+mn-ea"/>
              </a:rPr>
              <a:t>21</a:t>
            </a:fld>
            <a:endParaRPr lang="en-US" sz="1200" b="0" strike="noStrike" spc="-1">
              <a:latin typeface="Times New Roman"/>
            </a:endParaRPr>
          </a:p>
        </p:txBody>
      </p:sp>
    </p:spTree>
    <p:extLst>
      <p:ext uri="{BB962C8B-B14F-4D97-AF65-F5344CB8AC3E}">
        <p14:creationId xmlns:p14="http://schemas.microsoft.com/office/powerpoint/2010/main" val="39738526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PlaceHolder 1"/>
          <p:cNvSpPr>
            <a:spLocks noGrp="1" noRot="1" noChangeAspect="1"/>
          </p:cNvSpPr>
          <p:nvPr>
            <p:ph type="sldImg"/>
          </p:nvPr>
        </p:nvSpPr>
        <p:spPr>
          <a:xfrm>
            <a:off x="685800" y="1143000"/>
            <a:ext cx="5486400" cy="3086100"/>
          </a:xfrm>
          <a:prstGeom prst="rect">
            <a:avLst/>
          </a:prstGeom>
          <a:ln w="0">
            <a:noFill/>
          </a:ln>
        </p:spPr>
      </p:sp>
      <p:sp>
        <p:nvSpPr>
          <p:cNvPr id="204"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05" name="PlaceHolder 3"/>
          <p:cNvSpPr>
            <a:spLocks noGrp="1"/>
          </p:cNvSpPr>
          <p:nvPr>
            <p:ph type="sldNum" idx="23"/>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607FB208-15E4-4DAA-966D-B7E54A0E90EB}" type="slidenum">
              <a:rPr lang="en-US" sz="1200" b="0" strike="noStrike" spc="-1">
                <a:solidFill>
                  <a:srgbClr val="000000"/>
                </a:solidFill>
                <a:latin typeface="+mn-lt"/>
                <a:ea typeface="+mn-ea"/>
              </a:rPr>
              <a:t>22</a:t>
            </a:fld>
            <a:endParaRPr lang="en-US" sz="1200" b="0" strike="noStrike" spc="-1">
              <a:latin typeface="Times New Roman"/>
            </a:endParaRPr>
          </a:p>
        </p:txBody>
      </p:sp>
    </p:spTree>
    <p:extLst>
      <p:ext uri="{BB962C8B-B14F-4D97-AF65-F5344CB8AC3E}">
        <p14:creationId xmlns:p14="http://schemas.microsoft.com/office/powerpoint/2010/main" val="11897659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noRot="1" noChangeAspect="1"/>
          </p:cNvSpPr>
          <p:nvPr>
            <p:ph type="sldImg"/>
          </p:nvPr>
        </p:nvSpPr>
        <p:spPr>
          <a:xfrm>
            <a:off x="685800" y="1143000"/>
            <a:ext cx="5486400" cy="3086100"/>
          </a:xfrm>
          <a:prstGeom prst="rect">
            <a:avLst/>
          </a:prstGeom>
          <a:ln w="0">
            <a:noFill/>
          </a:ln>
        </p:spPr>
      </p:sp>
      <p:sp>
        <p:nvSpPr>
          <p:cNvPr id="207"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08" name="PlaceHolder 3"/>
          <p:cNvSpPr>
            <a:spLocks noGrp="1"/>
          </p:cNvSpPr>
          <p:nvPr>
            <p:ph type="sldNum" idx="24"/>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FA50E27D-2407-4654-B27E-C13A54A2F3D1}" type="slidenum">
              <a:rPr lang="en-US" sz="1200" b="0" strike="noStrike" spc="-1">
                <a:solidFill>
                  <a:srgbClr val="000000"/>
                </a:solidFill>
                <a:latin typeface="+mn-lt"/>
                <a:ea typeface="+mn-ea"/>
              </a:rPr>
              <a:t>23</a:t>
            </a:fld>
            <a:endParaRPr lang="en-US" sz="1200" b="0" strike="noStrike" spc="-1">
              <a:latin typeface="Times New Roman"/>
            </a:endParaRPr>
          </a:p>
        </p:txBody>
      </p:sp>
    </p:spTree>
    <p:extLst>
      <p:ext uri="{BB962C8B-B14F-4D97-AF65-F5344CB8AC3E}">
        <p14:creationId xmlns:p14="http://schemas.microsoft.com/office/powerpoint/2010/main" val="2924157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PlaceHolder 1"/>
          <p:cNvSpPr>
            <a:spLocks noGrp="1" noRot="1" noChangeAspect="1"/>
          </p:cNvSpPr>
          <p:nvPr>
            <p:ph type="sldImg"/>
          </p:nvPr>
        </p:nvSpPr>
        <p:spPr>
          <a:xfrm>
            <a:off x="685800" y="1143000"/>
            <a:ext cx="5486400" cy="3086100"/>
          </a:xfrm>
          <a:prstGeom prst="rect">
            <a:avLst/>
          </a:prstGeom>
          <a:ln w="0">
            <a:noFill/>
          </a:ln>
        </p:spPr>
      </p:sp>
      <p:sp>
        <p:nvSpPr>
          <p:cNvPr id="21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11" name="PlaceHolder 3"/>
          <p:cNvSpPr>
            <a:spLocks noGrp="1"/>
          </p:cNvSpPr>
          <p:nvPr>
            <p:ph type="sldNum" idx="2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D4C10671-E634-4A88-870E-304D736C4E41}" type="slidenum">
              <a:rPr lang="en-US" sz="1200" b="0" strike="noStrike" spc="-1">
                <a:solidFill>
                  <a:srgbClr val="000000"/>
                </a:solidFill>
                <a:latin typeface="+mn-lt"/>
                <a:ea typeface="+mn-ea"/>
              </a:rPr>
              <a:t>24</a:t>
            </a:fld>
            <a:endParaRPr lang="en-US" sz="1200" b="0" strike="noStrike" spc="-1">
              <a:latin typeface="Times New Roman"/>
            </a:endParaRPr>
          </a:p>
        </p:txBody>
      </p:sp>
    </p:spTree>
    <p:extLst>
      <p:ext uri="{BB962C8B-B14F-4D97-AF65-F5344CB8AC3E}">
        <p14:creationId xmlns:p14="http://schemas.microsoft.com/office/powerpoint/2010/main" val="35089656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PlaceHolder 1"/>
          <p:cNvSpPr>
            <a:spLocks noGrp="1" noRot="1" noChangeAspect="1"/>
          </p:cNvSpPr>
          <p:nvPr>
            <p:ph type="sldImg"/>
          </p:nvPr>
        </p:nvSpPr>
        <p:spPr>
          <a:xfrm>
            <a:off x="685800" y="1143000"/>
            <a:ext cx="5486400" cy="3086100"/>
          </a:xfrm>
          <a:prstGeom prst="rect">
            <a:avLst/>
          </a:prstGeom>
          <a:ln w="0">
            <a:noFill/>
          </a:ln>
        </p:spPr>
      </p:sp>
      <p:sp>
        <p:nvSpPr>
          <p:cNvPr id="213"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14" name="PlaceHolder 3"/>
          <p:cNvSpPr>
            <a:spLocks noGrp="1"/>
          </p:cNvSpPr>
          <p:nvPr>
            <p:ph type="sldNum" idx="26"/>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903390DC-B59B-4CB1-8173-734530F049F6}" type="slidenum">
              <a:rPr lang="en-US" sz="1200" b="0" strike="noStrike" spc="-1">
                <a:solidFill>
                  <a:srgbClr val="000000"/>
                </a:solidFill>
                <a:latin typeface="+mn-lt"/>
                <a:ea typeface="+mn-ea"/>
              </a:rPr>
              <a:t>25</a:t>
            </a:fld>
            <a:endParaRPr lang="en-US" sz="1200" b="0" strike="noStrike" spc="-1">
              <a:latin typeface="Times New Roman"/>
            </a:endParaRPr>
          </a:p>
        </p:txBody>
      </p:sp>
    </p:spTree>
    <p:extLst>
      <p:ext uri="{BB962C8B-B14F-4D97-AF65-F5344CB8AC3E}">
        <p14:creationId xmlns:p14="http://schemas.microsoft.com/office/powerpoint/2010/main" val="13689618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685800" y="1143000"/>
            <a:ext cx="5486400" cy="3086100"/>
          </a:xfrm>
          <a:prstGeom prst="rect">
            <a:avLst/>
          </a:prstGeom>
          <a:ln w="0">
            <a:noFill/>
          </a:ln>
        </p:spPr>
      </p:sp>
      <p:sp>
        <p:nvSpPr>
          <p:cNvPr id="216"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17" name="PlaceHolder 3"/>
          <p:cNvSpPr>
            <a:spLocks noGrp="1"/>
          </p:cNvSpPr>
          <p:nvPr>
            <p:ph type="sldNum" idx="27"/>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C4A8C704-7E26-42A2-884C-BDD186B42A18}" type="slidenum">
              <a:rPr lang="en-US" sz="1200" b="0" strike="noStrike" spc="-1">
                <a:solidFill>
                  <a:srgbClr val="000000"/>
                </a:solidFill>
                <a:latin typeface="+mn-lt"/>
                <a:ea typeface="+mn-ea"/>
              </a:rPr>
              <a:t>26</a:t>
            </a:fld>
            <a:endParaRPr lang="en-US" sz="1200" b="0" strike="noStrike" spc="-1">
              <a:latin typeface="Times New Roman"/>
            </a:endParaRPr>
          </a:p>
        </p:txBody>
      </p:sp>
    </p:spTree>
    <p:extLst>
      <p:ext uri="{BB962C8B-B14F-4D97-AF65-F5344CB8AC3E}">
        <p14:creationId xmlns:p14="http://schemas.microsoft.com/office/powerpoint/2010/main" val="18314663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noRot="1" noChangeAspect="1"/>
          </p:cNvSpPr>
          <p:nvPr>
            <p:ph type="sldImg"/>
          </p:nvPr>
        </p:nvSpPr>
        <p:spPr>
          <a:xfrm>
            <a:off x="685800" y="1143000"/>
            <a:ext cx="5486400" cy="3086100"/>
          </a:xfrm>
          <a:prstGeom prst="rect">
            <a:avLst/>
          </a:prstGeom>
          <a:ln w="0">
            <a:noFill/>
          </a:ln>
        </p:spPr>
      </p:sp>
      <p:sp>
        <p:nvSpPr>
          <p:cNvPr id="219"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20" name="PlaceHolder 3"/>
          <p:cNvSpPr>
            <a:spLocks noGrp="1"/>
          </p:cNvSpPr>
          <p:nvPr>
            <p:ph type="sldNum" idx="28"/>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45388AA3-4CF8-4937-8F21-69CC08112F24}" type="slidenum">
              <a:rPr lang="en-US" sz="1200" b="0" strike="noStrike" spc="-1">
                <a:solidFill>
                  <a:srgbClr val="000000"/>
                </a:solidFill>
                <a:latin typeface="+mn-lt"/>
                <a:ea typeface="+mn-ea"/>
              </a:rPr>
              <a:t>27</a:t>
            </a:fld>
            <a:endParaRPr lang="en-US" sz="1200" b="0" strike="noStrike" spc="-1">
              <a:latin typeface="Times New Roman"/>
            </a:endParaRPr>
          </a:p>
        </p:txBody>
      </p:sp>
    </p:spTree>
    <p:extLst>
      <p:ext uri="{BB962C8B-B14F-4D97-AF65-F5344CB8AC3E}">
        <p14:creationId xmlns:p14="http://schemas.microsoft.com/office/powerpoint/2010/main" val="9240623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PlaceHolder 1"/>
          <p:cNvSpPr>
            <a:spLocks noGrp="1" noRot="1" noChangeAspect="1"/>
          </p:cNvSpPr>
          <p:nvPr>
            <p:ph type="sldImg"/>
          </p:nvPr>
        </p:nvSpPr>
        <p:spPr>
          <a:xfrm>
            <a:off x="685800" y="1143000"/>
            <a:ext cx="5486400" cy="3086100"/>
          </a:xfrm>
          <a:prstGeom prst="rect">
            <a:avLst/>
          </a:prstGeom>
          <a:ln w="0">
            <a:noFill/>
          </a:ln>
        </p:spPr>
      </p:sp>
      <p:sp>
        <p:nvSpPr>
          <p:cNvPr id="222"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23" name="PlaceHolder 3"/>
          <p:cNvSpPr>
            <a:spLocks noGrp="1"/>
          </p:cNvSpPr>
          <p:nvPr>
            <p:ph type="sldNum" idx="29"/>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D9A45320-5F84-4488-B47C-E5AB2AB77A3F}" type="slidenum">
              <a:rPr lang="en-US" sz="1200" b="0" strike="noStrike" spc="-1">
                <a:solidFill>
                  <a:srgbClr val="000000"/>
                </a:solidFill>
                <a:latin typeface="+mn-lt"/>
                <a:ea typeface="+mn-ea"/>
              </a:rPr>
              <a:t>28</a:t>
            </a:fld>
            <a:endParaRPr lang="en-US" sz="1200" b="0" strike="noStrike" spc="-1">
              <a:latin typeface="Times New Roman"/>
            </a:endParaRPr>
          </a:p>
        </p:txBody>
      </p:sp>
    </p:spTree>
    <p:extLst>
      <p:ext uri="{BB962C8B-B14F-4D97-AF65-F5344CB8AC3E}">
        <p14:creationId xmlns:p14="http://schemas.microsoft.com/office/powerpoint/2010/main" val="23922751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PlaceHolder 1"/>
          <p:cNvSpPr>
            <a:spLocks noGrp="1" noRot="1" noChangeAspect="1"/>
          </p:cNvSpPr>
          <p:nvPr>
            <p:ph type="sldImg"/>
          </p:nvPr>
        </p:nvSpPr>
        <p:spPr>
          <a:xfrm>
            <a:off x="685800" y="1143000"/>
            <a:ext cx="5486400" cy="3086100"/>
          </a:xfrm>
          <a:prstGeom prst="rect">
            <a:avLst/>
          </a:prstGeom>
          <a:ln w="0">
            <a:noFill/>
          </a:ln>
        </p:spPr>
      </p:sp>
      <p:sp>
        <p:nvSpPr>
          <p:cNvPr id="222"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23" name="PlaceHolder 3"/>
          <p:cNvSpPr>
            <a:spLocks noGrp="1"/>
          </p:cNvSpPr>
          <p:nvPr>
            <p:ph type="sldNum" idx="29"/>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D9A45320-5F84-4488-B47C-E5AB2AB77A3F}" type="slidenum">
              <a:rPr lang="en-US" sz="1200" b="0" strike="noStrike" spc="-1">
                <a:solidFill>
                  <a:srgbClr val="000000"/>
                </a:solidFill>
                <a:latin typeface="+mn-lt"/>
                <a:ea typeface="+mn-ea"/>
              </a:rPr>
              <a:t>29</a:t>
            </a:fld>
            <a:endParaRPr lang="en-US" sz="1200" b="0" strike="noStrike" spc="-1">
              <a:latin typeface="Times New Roman"/>
            </a:endParaRPr>
          </a:p>
        </p:txBody>
      </p:sp>
    </p:spTree>
    <p:extLst>
      <p:ext uri="{BB962C8B-B14F-4D97-AF65-F5344CB8AC3E}">
        <p14:creationId xmlns:p14="http://schemas.microsoft.com/office/powerpoint/2010/main" val="2398443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PlaceHolder 1"/>
          <p:cNvSpPr>
            <a:spLocks noGrp="1" noRot="1" noChangeAspect="1"/>
          </p:cNvSpPr>
          <p:nvPr>
            <p:ph type="sldImg"/>
          </p:nvPr>
        </p:nvSpPr>
        <p:spPr>
          <a:xfrm>
            <a:off x="685800" y="1143000"/>
            <a:ext cx="5486400" cy="3086100"/>
          </a:xfrm>
          <a:prstGeom prst="rect">
            <a:avLst/>
          </a:prstGeom>
          <a:ln w="0">
            <a:noFill/>
          </a:ln>
        </p:spPr>
      </p:sp>
      <p:sp>
        <p:nvSpPr>
          <p:cNvPr id="225"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26" name="PlaceHolder 3"/>
          <p:cNvSpPr>
            <a:spLocks noGrp="1"/>
          </p:cNvSpPr>
          <p:nvPr>
            <p:ph type="sldNum" idx="30"/>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B4EFA17-85CF-46B7-A7A8-5691DB7D3D92}" type="slidenum">
              <a:rPr lang="en-US" sz="1200" b="0" strike="noStrike" spc="-1">
                <a:solidFill>
                  <a:srgbClr val="000000"/>
                </a:solidFill>
                <a:latin typeface="+mn-lt"/>
                <a:ea typeface="+mn-ea"/>
              </a:rPr>
              <a:t>30</a:t>
            </a:fld>
            <a:endParaRPr lang="en-US" sz="1200" b="0" strike="noStrike" spc="-1">
              <a:latin typeface="Times New Roman"/>
            </a:endParaRPr>
          </a:p>
        </p:txBody>
      </p:sp>
    </p:spTree>
    <p:extLst>
      <p:ext uri="{BB962C8B-B14F-4D97-AF65-F5344CB8AC3E}">
        <p14:creationId xmlns:p14="http://schemas.microsoft.com/office/powerpoint/2010/main" val="39147911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PlaceHolder 1"/>
          <p:cNvSpPr>
            <a:spLocks noGrp="1" noRot="1" noChangeAspect="1"/>
          </p:cNvSpPr>
          <p:nvPr>
            <p:ph type="sldImg"/>
          </p:nvPr>
        </p:nvSpPr>
        <p:spPr>
          <a:xfrm>
            <a:off x="685800" y="1143000"/>
            <a:ext cx="5486400" cy="3086100"/>
          </a:xfrm>
          <a:prstGeom prst="rect">
            <a:avLst/>
          </a:prstGeom>
          <a:ln w="0">
            <a:noFill/>
          </a:ln>
        </p:spPr>
      </p:sp>
      <p:sp>
        <p:nvSpPr>
          <p:cNvPr id="228"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29" name="PlaceHolder 3"/>
          <p:cNvSpPr>
            <a:spLocks noGrp="1"/>
          </p:cNvSpPr>
          <p:nvPr>
            <p:ph type="sldNum" idx="31"/>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E0FE0E9C-3991-44E1-B6A5-DEFB65759E0A}" type="slidenum">
              <a:rPr lang="en-US" sz="1200" b="0" strike="noStrike" spc="-1">
                <a:solidFill>
                  <a:srgbClr val="000000"/>
                </a:solidFill>
                <a:latin typeface="+mn-lt"/>
                <a:ea typeface="+mn-ea"/>
              </a:rPr>
              <a:t>31</a:t>
            </a:fld>
            <a:endParaRPr lang="en-US" sz="1200" b="0" strike="noStrike" spc="-1">
              <a:latin typeface="Times New Roman"/>
            </a:endParaRPr>
          </a:p>
        </p:txBody>
      </p:sp>
    </p:spTree>
    <p:extLst>
      <p:ext uri="{BB962C8B-B14F-4D97-AF65-F5344CB8AC3E}">
        <p14:creationId xmlns:p14="http://schemas.microsoft.com/office/powerpoint/2010/main" val="30385088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noRot="1" noChangeAspect="1"/>
          </p:cNvSpPr>
          <p:nvPr>
            <p:ph type="sldImg"/>
          </p:nvPr>
        </p:nvSpPr>
        <p:spPr>
          <a:xfrm>
            <a:off x="685800" y="1143000"/>
            <a:ext cx="5486400" cy="3086100"/>
          </a:xfrm>
          <a:prstGeom prst="rect">
            <a:avLst/>
          </a:prstGeom>
          <a:ln w="0">
            <a:noFill/>
          </a:ln>
        </p:spPr>
      </p:sp>
      <p:sp>
        <p:nvSpPr>
          <p:cNvPr id="231"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32" name="PlaceHolder 3"/>
          <p:cNvSpPr>
            <a:spLocks noGrp="1"/>
          </p:cNvSpPr>
          <p:nvPr>
            <p:ph type="sldNum" idx="32"/>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F099BDF6-E321-4073-A160-497A634FE628}" type="slidenum">
              <a:rPr lang="en-US" sz="1200" b="0" strike="noStrike" spc="-1">
                <a:solidFill>
                  <a:srgbClr val="000000"/>
                </a:solidFill>
                <a:latin typeface="+mn-lt"/>
                <a:ea typeface="+mn-ea"/>
              </a:rPr>
              <a:t>32</a:t>
            </a:fld>
            <a:endParaRPr lang="en-US" sz="1200" b="0" strike="noStrike" spc="-1">
              <a:latin typeface="Times New Roman"/>
            </a:endParaRPr>
          </a:p>
        </p:txBody>
      </p:sp>
    </p:spTree>
    <p:extLst>
      <p:ext uri="{BB962C8B-B14F-4D97-AF65-F5344CB8AC3E}">
        <p14:creationId xmlns:p14="http://schemas.microsoft.com/office/powerpoint/2010/main" val="5375187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noRot="1" noChangeAspect="1"/>
          </p:cNvSpPr>
          <p:nvPr>
            <p:ph type="sldImg"/>
          </p:nvPr>
        </p:nvSpPr>
        <p:spPr>
          <a:xfrm>
            <a:off x="685800" y="1143000"/>
            <a:ext cx="5486400" cy="3086100"/>
          </a:xfrm>
          <a:prstGeom prst="rect">
            <a:avLst/>
          </a:prstGeom>
          <a:ln w="0">
            <a:noFill/>
          </a:ln>
        </p:spPr>
      </p:sp>
      <p:sp>
        <p:nvSpPr>
          <p:cNvPr id="234"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35" name="PlaceHolder 3"/>
          <p:cNvSpPr>
            <a:spLocks noGrp="1"/>
          </p:cNvSpPr>
          <p:nvPr>
            <p:ph type="sldNum" idx="33"/>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C95C0F77-3E09-4BB8-91C4-F17FBEEDEE48}" type="slidenum">
              <a:rPr lang="en-US" sz="1200" b="0" strike="noStrike" spc="-1">
                <a:solidFill>
                  <a:srgbClr val="000000"/>
                </a:solidFill>
                <a:latin typeface="+mn-lt"/>
                <a:ea typeface="+mn-ea"/>
              </a:rPr>
              <a:t>33</a:t>
            </a:fld>
            <a:endParaRPr lang="en-US" sz="1200" b="0" strike="noStrike" spc="-1">
              <a:latin typeface="Times New Roman"/>
            </a:endParaRPr>
          </a:p>
        </p:txBody>
      </p:sp>
    </p:spTree>
    <p:extLst>
      <p:ext uri="{BB962C8B-B14F-4D97-AF65-F5344CB8AC3E}">
        <p14:creationId xmlns:p14="http://schemas.microsoft.com/office/powerpoint/2010/main" val="6813536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noRot="1" noChangeAspect="1"/>
          </p:cNvSpPr>
          <p:nvPr>
            <p:ph type="sldImg"/>
          </p:nvPr>
        </p:nvSpPr>
        <p:spPr>
          <a:xfrm>
            <a:off x="685800" y="1143000"/>
            <a:ext cx="5486400" cy="3086100"/>
          </a:xfrm>
          <a:prstGeom prst="rect">
            <a:avLst/>
          </a:prstGeom>
          <a:ln w="0">
            <a:noFill/>
          </a:ln>
        </p:spPr>
      </p:sp>
      <p:sp>
        <p:nvSpPr>
          <p:cNvPr id="237"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38" name="PlaceHolder 3"/>
          <p:cNvSpPr>
            <a:spLocks noGrp="1"/>
          </p:cNvSpPr>
          <p:nvPr>
            <p:ph type="sldNum" idx="34"/>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1EC5FE4B-227B-4D20-BBE9-B2DE204963F0}" type="slidenum">
              <a:rPr lang="en-US" sz="1200" b="0" strike="noStrike" spc="-1">
                <a:solidFill>
                  <a:srgbClr val="000000"/>
                </a:solidFill>
                <a:latin typeface="+mn-lt"/>
                <a:ea typeface="+mn-ea"/>
              </a:rPr>
              <a:t>34</a:t>
            </a:fld>
            <a:endParaRPr lang="en-US" sz="1200" b="0" strike="noStrike" spc="-1">
              <a:latin typeface="Times New Roman"/>
            </a:endParaRPr>
          </a:p>
        </p:txBody>
      </p:sp>
    </p:spTree>
    <p:extLst>
      <p:ext uri="{BB962C8B-B14F-4D97-AF65-F5344CB8AC3E}">
        <p14:creationId xmlns:p14="http://schemas.microsoft.com/office/powerpoint/2010/main" val="3126427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1" name="PlaceHolder 3"/>
          <p:cNvSpPr>
            <a:spLocks noGrp="1"/>
          </p:cNvSpPr>
          <p:nvPr>
            <p:ph type="sldNum" idx="3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F12831D-AA2A-4870-9630-606AF53D728D}" type="slidenum">
              <a:rPr lang="en-US" sz="1200" b="0" strike="noStrike" spc="-1">
                <a:solidFill>
                  <a:srgbClr val="000000"/>
                </a:solidFill>
                <a:latin typeface="+mn-lt"/>
                <a:ea typeface="+mn-ea"/>
              </a:rPr>
              <a:t>35</a:t>
            </a:fld>
            <a:endParaRPr lang="en-US" sz="1200" b="0" strike="noStrike" spc="-1">
              <a:latin typeface="Times New Roman"/>
            </a:endParaRPr>
          </a:p>
        </p:txBody>
      </p:sp>
    </p:spTree>
    <p:extLst>
      <p:ext uri="{BB962C8B-B14F-4D97-AF65-F5344CB8AC3E}">
        <p14:creationId xmlns:p14="http://schemas.microsoft.com/office/powerpoint/2010/main" val="336757682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1" name="PlaceHolder 3"/>
          <p:cNvSpPr>
            <a:spLocks noGrp="1"/>
          </p:cNvSpPr>
          <p:nvPr>
            <p:ph type="sldNum" idx="3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F12831D-AA2A-4870-9630-606AF53D728D}" type="slidenum">
              <a:rPr lang="en-US" sz="1200" b="0" strike="noStrike" spc="-1">
                <a:solidFill>
                  <a:srgbClr val="000000"/>
                </a:solidFill>
                <a:latin typeface="+mn-lt"/>
                <a:ea typeface="+mn-ea"/>
              </a:rPr>
              <a:t>36</a:t>
            </a:fld>
            <a:endParaRPr lang="en-US" sz="1200" b="0" strike="noStrike" spc="-1">
              <a:latin typeface="Times New Roman"/>
            </a:endParaRPr>
          </a:p>
        </p:txBody>
      </p:sp>
    </p:spTree>
    <p:extLst>
      <p:ext uri="{BB962C8B-B14F-4D97-AF65-F5344CB8AC3E}">
        <p14:creationId xmlns:p14="http://schemas.microsoft.com/office/powerpoint/2010/main" val="5366265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1" name="PlaceHolder 3"/>
          <p:cNvSpPr>
            <a:spLocks noGrp="1"/>
          </p:cNvSpPr>
          <p:nvPr>
            <p:ph type="sldNum" idx="3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F12831D-AA2A-4870-9630-606AF53D728D}" type="slidenum">
              <a:rPr lang="en-US" sz="1200" b="0" strike="noStrike" spc="-1">
                <a:solidFill>
                  <a:srgbClr val="000000"/>
                </a:solidFill>
                <a:latin typeface="+mn-lt"/>
                <a:ea typeface="+mn-ea"/>
              </a:rPr>
              <a:t>37</a:t>
            </a:fld>
            <a:endParaRPr lang="en-US" sz="1200" b="0" strike="noStrike" spc="-1">
              <a:latin typeface="Times New Roman"/>
            </a:endParaRPr>
          </a:p>
        </p:txBody>
      </p:sp>
    </p:spTree>
    <p:extLst>
      <p:ext uri="{BB962C8B-B14F-4D97-AF65-F5344CB8AC3E}">
        <p14:creationId xmlns:p14="http://schemas.microsoft.com/office/powerpoint/2010/main" val="9549527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1" name="PlaceHolder 3"/>
          <p:cNvSpPr>
            <a:spLocks noGrp="1"/>
          </p:cNvSpPr>
          <p:nvPr>
            <p:ph type="sldNum" idx="3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F12831D-AA2A-4870-9630-606AF53D728D}" type="slidenum">
              <a:rPr lang="en-US" sz="1200" b="0" strike="noStrike" spc="-1">
                <a:solidFill>
                  <a:srgbClr val="000000"/>
                </a:solidFill>
                <a:latin typeface="+mn-lt"/>
                <a:ea typeface="+mn-ea"/>
              </a:rPr>
              <a:t>38</a:t>
            </a:fld>
            <a:endParaRPr lang="en-US" sz="1200" b="0" strike="noStrike" spc="-1">
              <a:latin typeface="Times New Roman"/>
            </a:endParaRPr>
          </a:p>
        </p:txBody>
      </p:sp>
    </p:spTree>
    <p:extLst>
      <p:ext uri="{BB962C8B-B14F-4D97-AF65-F5344CB8AC3E}">
        <p14:creationId xmlns:p14="http://schemas.microsoft.com/office/powerpoint/2010/main" val="2158832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1" name="PlaceHolder 3"/>
          <p:cNvSpPr>
            <a:spLocks noGrp="1"/>
          </p:cNvSpPr>
          <p:nvPr>
            <p:ph type="sldNum" idx="3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F12831D-AA2A-4870-9630-606AF53D728D}" type="slidenum">
              <a:rPr lang="en-US" sz="1200" b="0" strike="noStrike" spc="-1">
                <a:solidFill>
                  <a:srgbClr val="000000"/>
                </a:solidFill>
                <a:latin typeface="+mn-lt"/>
                <a:ea typeface="+mn-ea"/>
              </a:rPr>
              <a:t>39</a:t>
            </a:fld>
            <a:endParaRPr lang="en-US" sz="1200" b="0" strike="noStrike" spc="-1">
              <a:latin typeface="Times New Roman"/>
            </a:endParaRPr>
          </a:p>
        </p:txBody>
      </p:sp>
    </p:spTree>
    <p:extLst>
      <p:ext uri="{BB962C8B-B14F-4D97-AF65-F5344CB8AC3E}">
        <p14:creationId xmlns:p14="http://schemas.microsoft.com/office/powerpoint/2010/main" val="164029989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1" name="PlaceHolder 3"/>
          <p:cNvSpPr>
            <a:spLocks noGrp="1"/>
          </p:cNvSpPr>
          <p:nvPr>
            <p:ph type="sldNum" idx="35"/>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2F12831D-AA2A-4870-9630-606AF53D728D}" type="slidenum">
              <a:rPr lang="en-US" sz="1200" b="0" strike="noStrike" spc="-1">
                <a:solidFill>
                  <a:srgbClr val="000000"/>
                </a:solidFill>
                <a:latin typeface="+mn-lt"/>
                <a:ea typeface="+mn-ea"/>
              </a:rPr>
              <a:t>40</a:t>
            </a:fld>
            <a:endParaRPr lang="en-US" sz="1200" b="0" strike="noStrike" spc="-1">
              <a:latin typeface="Times New Roman"/>
            </a:endParaRPr>
          </a:p>
        </p:txBody>
      </p:sp>
    </p:spTree>
    <p:extLst>
      <p:ext uri="{BB962C8B-B14F-4D97-AF65-F5344CB8AC3E}">
        <p14:creationId xmlns:p14="http://schemas.microsoft.com/office/powerpoint/2010/main" val="25230626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PlaceHolder 1"/>
          <p:cNvSpPr>
            <a:spLocks noGrp="1" noRot="1" noChangeAspect="1"/>
          </p:cNvSpPr>
          <p:nvPr>
            <p:ph type="sldImg"/>
          </p:nvPr>
        </p:nvSpPr>
        <p:spPr>
          <a:xfrm>
            <a:off x="685800" y="1143000"/>
            <a:ext cx="5486400" cy="3086100"/>
          </a:xfrm>
          <a:prstGeom prst="rect">
            <a:avLst/>
          </a:prstGeom>
          <a:ln w="0">
            <a:noFill/>
          </a:ln>
        </p:spPr>
      </p:sp>
      <p:sp>
        <p:nvSpPr>
          <p:cNvPr id="243"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4" name="PlaceHolder 3"/>
          <p:cNvSpPr>
            <a:spLocks noGrp="1"/>
          </p:cNvSpPr>
          <p:nvPr>
            <p:ph type="sldNum" idx="36"/>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96BD0EDE-8578-44AD-9C75-C1A5C272865E}" type="slidenum">
              <a:rPr lang="en-US" sz="1200" b="0" strike="noStrike" spc="-1">
                <a:solidFill>
                  <a:srgbClr val="000000"/>
                </a:solidFill>
                <a:latin typeface="+mn-lt"/>
                <a:ea typeface="+mn-ea"/>
              </a:rPr>
              <a:t>41</a:t>
            </a:fld>
            <a:endParaRPr lang="en-US" sz="1200" b="0" strike="noStrike" spc="-1">
              <a:latin typeface="Times New Roman"/>
            </a:endParaRPr>
          </a:p>
        </p:txBody>
      </p:sp>
    </p:spTree>
    <p:extLst>
      <p:ext uri="{BB962C8B-B14F-4D97-AF65-F5344CB8AC3E}">
        <p14:creationId xmlns:p14="http://schemas.microsoft.com/office/powerpoint/2010/main" val="11087853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noRot="1" noChangeAspect="1"/>
          </p:cNvSpPr>
          <p:nvPr>
            <p:ph type="sldImg"/>
          </p:nvPr>
        </p:nvSpPr>
        <p:spPr>
          <a:xfrm>
            <a:off x="685800" y="1143000"/>
            <a:ext cx="5486400" cy="3086100"/>
          </a:xfrm>
          <a:prstGeom prst="rect">
            <a:avLst/>
          </a:prstGeom>
          <a:ln w="0">
            <a:noFill/>
          </a:ln>
        </p:spPr>
      </p:sp>
      <p:sp>
        <p:nvSpPr>
          <p:cNvPr id="246"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47" name="PlaceHolder 3"/>
          <p:cNvSpPr>
            <a:spLocks noGrp="1"/>
          </p:cNvSpPr>
          <p:nvPr>
            <p:ph type="sldNum" idx="37"/>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5D6BA804-7850-4CB1-99DD-F2BF11FC14E2}" type="slidenum">
              <a:rPr lang="en-US" sz="1200" b="0" strike="noStrike" spc="-1">
                <a:solidFill>
                  <a:srgbClr val="000000"/>
                </a:solidFill>
                <a:latin typeface="+mn-lt"/>
                <a:ea typeface="+mn-ea"/>
              </a:rPr>
              <a:t>42</a:t>
            </a:fld>
            <a:endParaRPr lang="en-US" sz="1200" b="0" strike="noStrike" spc="-1">
              <a:latin typeface="Times New Roman"/>
            </a:endParaRPr>
          </a:p>
        </p:txBody>
      </p:sp>
    </p:spTree>
    <p:extLst>
      <p:ext uri="{BB962C8B-B14F-4D97-AF65-F5344CB8AC3E}">
        <p14:creationId xmlns:p14="http://schemas.microsoft.com/office/powerpoint/2010/main" val="37888386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PlaceHolder 1"/>
          <p:cNvSpPr>
            <a:spLocks noGrp="1" noRot="1" noChangeAspect="1"/>
          </p:cNvSpPr>
          <p:nvPr>
            <p:ph type="sldImg"/>
          </p:nvPr>
        </p:nvSpPr>
        <p:spPr>
          <a:xfrm>
            <a:off x="685800" y="1143000"/>
            <a:ext cx="5486400" cy="3086100"/>
          </a:xfrm>
          <a:prstGeom prst="rect">
            <a:avLst/>
          </a:prstGeom>
          <a:ln w="0">
            <a:noFill/>
          </a:ln>
        </p:spPr>
      </p:sp>
      <p:sp>
        <p:nvSpPr>
          <p:cNvPr id="249"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50" name="PlaceHolder 3"/>
          <p:cNvSpPr>
            <a:spLocks noGrp="1"/>
          </p:cNvSpPr>
          <p:nvPr>
            <p:ph type="sldNum" idx="38"/>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CBAE0992-6B9A-4B1B-9BA3-FCA8B3FA04D3}" type="slidenum">
              <a:rPr lang="en-US" sz="1200" b="0" strike="noStrike" spc="-1">
                <a:solidFill>
                  <a:srgbClr val="000000"/>
                </a:solidFill>
                <a:latin typeface="+mn-lt"/>
                <a:ea typeface="+mn-ea"/>
              </a:rPr>
              <a:t>43</a:t>
            </a:fld>
            <a:endParaRPr lang="en-US" sz="1200" b="0" strike="noStrike" spc="-1">
              <a:latin typeface="Times New Roman"/>
            </a:endParaRPr>
          </a:p>
        </p:txBody>
      </p:sp>
    </p:spTree>
    <p:extLst>
      <p:ext uri="{BB962C8B-B14F-4D97-AF65-F5344CB8AC3E}">
        <p14:creationId xmlns:p14="http://schemas.microsoft.com/office/powerpoint/2010/main" val="10830219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noRot="1" noChangeAspect="1"/>
          </p:cNvSpPr>
          <p:nvPr>
            <p:ph type="sldImg"/>
          </p:nvPr>
        </p:nvSpPr>
        <p:spPr>
          <a:xfrm>
            <a:off x="685800" y="1143000"/>
            <a:ext cx="5486400" cy="3086100"/>
          </a:xfrm>
          <a:prstGeom prst="rect">
            <a:avLst/>
          </a:prstGeom>
          <a:ln w="0">
            <a:noFill/>
          </a:ln>
        </p:spPr>
      </p:sp>
      <p:sp>
        <p:nvSpPr>
          <p:cNvPr id="252" name="PlaceHolder 2"/>
          <p:cNvSpPr>
            <a:spLocks noGrp="1"/>
          </p:cNvSpPr>
          <p:nvPr>
            <p:ph type="body"/>
          </p:nvPr>
        </p:nvSpPr>
        <p:spPr>
          <a:xfrm>
            <a:off x="685800" y="4400640"/>
            <a:ext cx="5485680" cy="3599640"/>
          </a:xfrm>
          <a:prstGeom prst="rect">
            <a:avLst/>
          </a:prstGeom>
          <a:noFill/>
          <a:ln w="0">
            <a:noFill/>
          </a:ln>
        </p:spPr>
        <p:txBody>
          <a:bodyPr lIns="0" tIns="0" rIns="0" bIns="0" anchor="t">
            <a:noAutofit/>
          </a:bodyPr>
          <a:lstStyle/>
          <a:p>
            <a:endParaRPr lang="en-US" sz="2000" b="0" strike="noStrike" spc="-1">
              <a:latin typeface="Arial"/>
            </a:endParaRPr>
          </a:p>
        </p:txBody>
      </p:sp>
      <p:sp>
        <p:nvSpPr>
          <p:cNvPr id="253" name="PlaceHolder 3"/>
          <p:cNvSpPr>
            <a:spLocks noGrp="1"/>
          </p:cNvSpPr>
          <p:nvPr>
            <p:ph type="sldNum" idx="39"/>
          </p:nvPr>
        </p:nvSpPr>
        <p:spPr>
          <a:xfrm>
            <a:off x="3884760" y="8685360"/>
            <a:ext cx="2971080" cy="457920"/>
          </a:xfrm>
          <a:prstGeom prst="rect">
            <a:avLst/>
          </a:prstGeom>
          <a:noFill/>
          <a:ln w="0">
            <a:noFill/>
          </a:ln>
        </p:spPr>
        <p:txBody>
          <a:bodyPr lIns="0" tIns="0" rIns="0" bIns="0" anchor="b">
            <a:noAutofit/>
          </a:bodyPr>
          <a:lstStyle>
            <a:lvl1pPr algn="r">
              <a:lnSpc>
                <a:spcPct val="100000"/>
              </a:lnSpc>
              <a:buNone/>
              <a:defRPr lang="en-US" sz="1200" b="0" strike="noStrike" spc="-1">
                <a:solidFill>
                  <a:srgbClr val="000000"/>
                </a:solidFill>
                <a:latin typeface="+mn-lt"/>
                <a:ea typeface="+mn-ea"/>
              </a:defRPr>
            </a:lvl1pPr>
          </a:lstStyle>
          <a:p>
            <a:pPr algn="r">
              <a:lnSpc>
                <a:spcPct val="100000"/>
              </a:lnSpc>
              <a:buNone/>
            </a:pPr>
            <a:fld id="{DD8E15AC-374A-4AFB-8A0E-7985BC7257E1}" type="slidenum">
              <a:rPr lang="en-US" sz="1200" b="0" strike="noStrike" spc="-1">
                <a:solidFill>
                  <a:srgbClr val="000000"/>
                </a:solidFill>
                <a:latin typeface="+mn-lt"/>
                <a:ea typeface="+mn-ea"/>
              </a:rPr>
              <a:t>44</a:t>
            </a:fld>
            <a:endParaRPr lang="en-US" sz="1200" b="0" strike="noStrike" spc="-1">
              <a:latin typeface="Times New Roman"/>
            </a:endParaRPr>
          </a:p>
        </p:txBody>
      </p:sp>
    </p:spTree>
    <p:extLst>
      <p:ext uri="{BB962C8B-B14F-4D97-AF65-F5344CB8AC3E}">
        <p14:creationId xmlns:p14="http://schemas.microsoft.com/office/powerpoint/2010/main" val="2538229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lstStyle/>
          <a:p>
            <a:r>
              <a:t>Footer</a:t>
            </a:r>
          </a:p>
        </p:txBody>
      </p:sp>
      <p:sp>
        <p:nvSpPr>
          <p:cNvPr id="3" name="PlaceHolder 2"/>
          <p:cNvSpPr>
            <a:spLocks noGrp="1"/>
          </p:cNvSpPr>
          <p:nvPr>
            <p:ph type="sldNum" idx="2"/>
          </p:nvPr>
        </p:nvSpPr>
        <p:spPr/>
        <p:txBody>
          <a:bodyPr/>
          <a:lstStyle/>
          <a:p>
            <a:fld id="{520D8303-E0A5-4725-815E-BBE45C5E4401}" type="slidenum">
              <a:t>‹#›</a:t>
            </a:fld>
            <a:endParaRPr/>
          </a:p>
        </p:txBody>
      </p:sp>
      <p:sp>
        <p:nvSpPr>
          <p:cNvPr id="4" name="PlaceHolder 3"/>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
        <p:nvSpPr>
          <p:cNvPr id="4" name="PlaceHolder 3"/>
          <p:cNvSpPr>
            <a:spLocks noGrp="1"/>
          </p:cNvSpPr>
          <p:nvPr>
            <p:ph type="ftr" idx="1"/>
          </p:nvPr>
        </p:nvSpPr>
        <p:spPr/>
        <p:txBody>
          <a:bodyPr/>
          <a:lstStyle/>
          <a:p>
            <a:r>
              <a:t>Footer</a:t>
            </a:r>
          </a:p>
        </p:txBody>
      </p:sp>
      <p:sp>
        <p:nvSpPr>
          <p:cNvPr id="5" name="PlaceHolder 4"/>
          <p:cNvSpPr>
            <a:spLocks noGrp="1"/>
          </p:cNvSpPr>
          <p:nvPr>
            <p:ph type="sldNum" idx="2"/>
          </p:nvPr>
        </p:nvSpPr>
        <p:spPr/>
        <p:txBody>
          <a:bodyPr/>
          <a:lstStyle/>
          <a:p>
            <a:fld id="{948C8C76-C666-4DAE-95FB-B5134C99F074}" type="slidenum">
              <a:t>‹#›</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0"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 name="PlaceHolder 3"/>
          <p:cNvSpPr>
            <a:spLocks noGrp="1"/>
          </p:cNvSpPr>
          <p:nvPr>
            <p:ph type="ftr" idx="1"/>
          </p:nvPr>
        </p:nvSpPr>
        <p:spPr/>
        <p:txBody>
          <a:bodyPr/>
          <a:lstStyle/>
          <a:p>
            <a:r>
              <a:t>Footer</a:t>
            </a:r>
          </a:p>
        </p:txBody>
      </p:sp>
      <p:sp>
        <p:nvSpPr>
          <p:cNvPr id="5" name="PlaceHolder 4"/>
          <p:cNvSpPr>
            <a:spLocks noGrp="1"/>
          </p:cNvSpPr>
          <p:nvPr>
            <p:ph type="sldNum" idx="2"/>
          </p:nvPr>
        </p:nvSpPr>
        <p:spPr/>
        <p:txBody>
          <a:bodyPr/>
          <a:lstStyle/>
          <a:p>
            <a:fld id="{C946EBC1-D481-4EEB-AC73-DE10B3822343}" type="slidenum">
              <a:t>‹#›</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2"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 name="PlaceHolder 4"/>
          <p:cNvSpPr>
            <a:spLocks noGrp="1"/>
          </p:cNvSpPr>
          <p:nvPr>
            <p:ph type="ftr" idx="1"/>
          </p:nvPr>
        </p:nvSpPr>
        <p:spPr/>
        <p:txBody>
          <a:bodyPr/>
          <a:lstStyle/>
          <a:p>
            <a:r>
              <a:t>Footer</a:t>
            </a:r>
          </a:p>
        </p:txBody>
      </p:sp>
      <p:sp>
        <p:nvSpPr>
          <p:cNvPr id="6" name="PlaceHolder 5"/>
          <p:cNvSpPr>
            <a:spLocks noGrp="1"/>
          </p:cNvSpPr>
          <p:nvPr>
            <p:ph type="sldNum" idx="2"/>
          </p:nvPr>
        </p:nvSpPr>
        <p:spPr/>
        <p:txBody>
          <a:bodyPr/>
          <a:lstStyle/>
          <a:p>
            <a:fld id="{7154B650-9E38-445C-9D11-184AD80F7869}" type="slidenum">
              <a:t>‹#›</a:t>
            </a:fld>
            <a:endParaRPr/>
          </a:p>
        </p:txBody>
      </p:sp>
      <p:sp>
        <p:nvSpPr>
          <p:cNvPr id="7" name="PlaceHolder 6"/>
          <p:cNvSpPr>
            <a:spLocks noGrp="1"/>
          </p:cNvSpPr>
          <p:nvPr>
            <p:ph type="dt" idx="3"/>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 name="PlaceHolder 2"/>
          <p:cNvSpPr>
            <a:spLocks noGrp="1"/>
          </p:cNvSpPr>
          <p:nvPr>
            <p:ph type="ftr" idx="1"/>
          </p:nvPr>
        </p:nvSpPr>
        <p:spPr/>
        <p:txBody>
          <a:bodyPr/>
          <a:lstStyle/>
          <a:p>
            <a:r>
              <a:t>Footer</a:t>
            </a:r>
          </a:p>
        </p:txBody>
      </p:sp>
      <p:sp>
        <p:nvSpPr>
          <p:cNvPr id="4" name="PlaceHolder 3"/>
          <p:cNvSpPr>
            <a:spLocks noGrp="1"/>
          </p:cNvSpPr>
          <p:nvPr>
            <p:ph type="sldNum" idx="2"/>
          </p:nvPr>
        </p:nvSpPr>
        <p:spPr/>
        <p:txBody>
          <a:bodyPr/>
          <a:lstStyle/>
          <a:p>
            <a:fld id="{FF25C307-597C-4E4B-B436-51AB573B22CD}" type="slidenum">
              <a:t>‹#›</a:t>
            </a:fld>
            <a:endParaRPr/>
          </a:p>
        </p:txBody>
      </p:sp>
      <p:sp>
        <p:nvSpPr>
          <p:cNvPr id="5" name="PlaceHolder 4"/>
          <p:cNvSpPr>
            <a:spLocks noGrp="1"/>
          </p:cNvSpPr>
          <p:nvPr>
            <p:ph type="dt" idx="3"/>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5"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
        <p:nvSpPr>
          <p:cNvPr id="3" name="PlaceHolder 2"/>
          <p:cNvSpPr>
            <a:spLocks noGrp="1"/>
          </p:cNvSpPr>
          <p:nvPr>
            <p:ph type="ftr" idx="1"/>
          </p:nvPr>
        </p:nvSpPr>
        <p:spPr/>
        <p:txBody>
          <a:bodyPr/>
          <a:lstStyle/>
          <a:p>
            <a:r>
              <a:t>Footer</a:t>
            </a:r>
          </a:p>
        </p:txBody>
      </p:sp>
      <p:sp>
        <p:nvSpPr>
          <p:cNvPr id="4" name="PlaceHolder 3"/>
          <p:cNvSpPr>
            <a:spLocks noGrp="1"/>
          </p:cNvSpPr>
          <p:nvPr>
            <p:ph type="sldNum" idx="2"/>
          </p:nvPr>
        </p:nvSpPr>
        <p:spPr/>
        <p:txBody>
          <a:bodyPr/>
          <a:lstStyle/>
          <a:p>
            <a:fld id="{7816B675-E7C1-446A-8391-FEF219ACFAF1}" type="slidenum">
              <a:t>‹#›</a:t>
            </a:fld>
            <a:endParaRPr/>
          </a:p>
        </p:txBody>
      </p:sp>
      <p:sp>
        <p:nvSpPr>
          <p:cNvPr id="5" name="PlaceHolder 4"/>
          <p:cNvSpPr>
            <a:spLocks noGrp="1"/>
          </p:cNvSpPr>
          <p:nvPr>
            <p:ph type="dt" idx="3"/>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7"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8"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9"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 name="PlaceHolder 5"/>
          <p:cNvSpPr>
            <a:spLocks noGrp="1"/>
          </p:cNvSpPr>
          <p:nvPr>
            <p:ph type="ftr" idx="1"/>
          </p:nvPr>
        </p:nvSpPr>
        <p:spPr/>
        <p:txBody>
          <a:bodyPr/>
          <a:lstStyle/>
          <a:p>
            <a:r>
              <a:t>Footer</a:t>
            </a:r>
          </a:p>
        </p:txBody>
      </p:sp>
      <p:sp>
        <p:nvSpPr>
          <p:cNvPr id="7" name="PlaceHolder 6"/>
          <p:cNvSpPr>
            <a:spLocks noGrp="1"/>
          </p:cNvSpPr>
          <p:nvPr>
            <p:ph type="sldNum" idx="2"/>
          </p:nvPr>
        </p:nvSpPr>
        <p:spPr/>
        <p:txBody>
          <a:bodyPr/>
          <a:lstStyle/>
          <a:p>
            <a:fld id="{8A7DF984-ACD8-4D03-AA1B-F4D30D621782}" type="slidenum">
              <a:t>‹#›</a:t>
            </a:fld>
            <a:endParaRPr/>
          </a:p>
        </p:txBody>
      </p:sp>
      <p:sp>
        <p:nvSpPr>
          <p:cNvPr id="8" name="PlaceHolder 7"/>
          <p:cNvSpPr>
            <a:spLocks noGrp="1"/>
          </p:cNvSpPr>
          <p:nvPr>
            <p:ph type="dt" idx="3"/>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1"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2"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3"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 name="PlaceHolder 5"/>
          <p:cNvSpPr>
            <a:spLocks noGrp="1"/>
          </p:cNvSpPr>
          <p:nvPr>
            <p:ph type="ftr" idx="1"/>
          </p:nvPr>
        </p:nvSpPr>
        <p:spPr/>
        <p:txBody>
          <a:bodyPr/>
          <a:lstStyle/>
          <a:p>
            <a:r>
              <a:t>Footer</a:t>
            </a:r>
          </a:p>
        </p:txBody>
      </p:sp>
      <p:sp>
        <p:nvSpPr>
          <p:cNvPr id="7" name="PlaceHolder 6"/>
          <p:cNvSpPr>
            <a:spLocks noGrp="1"/>
          </p:cNvSpPr>
          <p:nvPr>
            <p:ph type="sldNum" idx="2"/>
          </p:nvPr>
        </p:nvSpPr>
        <p:spPr/>
        <p:txBody>
          <a:bodyPr/>
          <a:lstStyle/>
          <a:p>
            <a:fld id="{FD136D90-5E74-41FA-8FF1-BCD39B70F57D}" type="slidenum">
              <a:t>‹#›</a:t>
            </a:fld>
            <a:endParaRPr/>
          </a:p>
        </p:txBody>
      </p:sp>
      <p:sp>
        <p:nvSpPr>
          <p:cNvPr id="8" name="PlaceHolder 7"/>
          <p:cNvSpPr>
            <a:spLocks noGrp="1"/>
          </p:cNvSpPr>
          <p:nvPr>
            <p:ph type="dt" idx="3"/>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5"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6"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7"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 name="PlaceHolder 5"/>
          <p:cNvSpPr>
            <a:spLocks noGrp="1"/>
          </p:cNvSpPr>
          <p:nvPr>
            <p:ph type="ftr" idx="1"/>
          </p:nvPr>
        </p:nvSpPr>
        <p:spPr/>
        <p:txBody>
          <a:bodyPr/>
          <a:lstStyle/>
          <a:p>
            <a:r>
              <a:t>Footer</a:t>
            </a:r>
          </a:p>
        </p:txBody>
      </p:sp>
      <p:sp>
        <p:nvSpPr>
          <p:cNvPr id="7" name="PlaceHolder 6"/>
          <p:cNvSpPr>
            <a:spLocks noGrp="1"/>
          </p:cNvSpPr>
          <p:nvPr>
            <p:ph type="sldNum" idx="2"/>
          </p:nvPr>
        </p:nvSpPr>
        <p:spPr/>
        <p:txBody>
          <a:bodyPr/>
          <a:lstStyle/>
          <a:p>
            <a:fld id="{080E9D7B-7AFD-4ECF-B8A3-BF54BD5551F1}" type="slidenum">
              <a:t>‹#›</a:t>
            </a:fld>
            <a:endParaRPr/>
          </a:p>
        </p:txBody>
      </p:sp>
      <p:sp>
        <p:nvSpPr>
          <p:cNvPr id="8" name="PlaceHolder 7"/>
          <p:cNvSpPr>
            <a:spLocks noGrp="1"/>
          </p:cNvSpPr>
          <p:nvPr>
            <p:ph type="dt" idx="3"/>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9"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0"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 name="PlaceHolder 4"/>
          <p:cNvSpPr>
            <a:spLocks noGrp="1"/>
          </p:cNvSpPr>
          <p:nvPr>
            <p:ph type="ftr" idx="1"/>
          </p:nvPr>
        </p:nvSpPr>
        <p:spPr/>
        <p:txBody>
          <a:bodyPr/>
          <a:lstStyle/>
          <a:p>
            <a:r>
              <a:t>Footer</a:t>
            </a:r>
          </a:p>
        </p:txBody>
      </p:sp>
      <p:sp>
        <p:nvSpPr>
          <p:cNvPr id="6" name="PlaceHolder 5"/>
          <p:cNvSpPr>
            <a:spLocks noGrp="1"/>
          </p:cNvSpPr>
          <p:nvPr>
            <p:ph type="sldNum" idx="2"/>
          </p:nvPr>
        </p:nvSpPr>
        <p:spPr/>
        <p:txBody>
          <a:bodyPr/>
          <a:lstStyle/>
          <a:p>
            <a:fld id="{D2CC7C4A-7383-40C2-B049-C8639C6A059B}" type="slidenum">
              <a:t>‹#›</a:t>
            </a:fld>
            <a:endParaRPr/>
          </a:p>
        </p:txBody>
      </p:sp>
      <p:sp>
        <p:nvSpPr>
          <p:cNvPr id="7" name="PlaceHolder 6"/>
          <p:cNvSpPr>
            <a:spLocks noGrp="1"/>
          </p:cNvSpPr>
          <p:nvPr>
            <p:ph type="dt" idx="3"/>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2"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3"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4"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5"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 name="PlaceHolder 6"/>
          <p:cNvSpPr>
            <a:spLocks noGrp="1"/>
          </p:cNvSpPr>
          <p:nvPr>
            <p:ph type="ftr" idx="1"/>
          </p:nvPr>
        </p:nvSpPr>
        <p:spPr/>
        <p:txBody>
          <a:bodyPr/>
          <a:lstStyle/>
          <a:p>
            <a:r>
              <a:t>Footer</a:t>
            </a:r>
          </a:p>
        </p:txBody>
      </p:sp>
      <p:sp>
        <p:nvSpPr>
          <p:cNvPr id="8" name="PlaceHolder 7"/>
          <p:cNvSpPr>
            <a:spLocks noGrp="1"/>
          </p:cNvSpPr>
          <p:nvPr>
            <p:ph type="sldNum" idx="2"/>
          </p:nvPr>
        </p:nvSpPr>
        <p:spPr/>
        <p:txBody>
          <a:bodyPr/>
          <a:lstStyle/>
          <a:p>
            <a:fld id="{D194FE11-DDDD-42EF-AB6E-498DF0DF1087}" type="slidenum">
              <a:t>‹#›</a:t>
            </a:fld>
            <a:endParaRPr/>
          </a:p>
        </p:txBody>
      </p:sp>
      <p:sp>
        <p:nvSpPr>
          <p:cNvPr id="9" name="PlaceHolder 8"/>
          <p:cNvSpPr>
            <a:spLocks noGrp="1"/>
          </p:cNvSpPr>
          <p:nvPr>
            <p:ph type="dt" idx="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7"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8"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9"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0"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1"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2"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9" name="PlaceHolder 8"/>
          <p:cNvSpPr>
            <a:spLocks noGrp="1"/>
          </p:cNvSpPr>
          <p:nvPr>
            <p:ph type="ftr" idx="1"/>
          </p:nvPr>
        </p:nvSpPr>
        <p:spPr/>
        <p:txBody>
          <a:bodyPr/>
          <a:lstStyle/>
          <a:p>
            <a:r>
              <a:t>Footer</a:t>
            </a:r>
          </a:p>
        </p:txBody>
      </p:sp>
      <p:sp>
        <p:nvSpPr>
          <p:cNvPr id="10" name="PlaceHolder 9"/>
          <p:cNvSpPr>
            <a:spLocks noGrp="1"/>
          </p:cNvSpPr>
          <p:nvPr>
            <p:ph type="sldNum" idx="2"/>
          </p:nvPr>
        </p:nvSpPr>
        <p:spPr/>
        <p:txBody>
          <a:bodyPr/>
          <a:lstStyle/>
          <a:p>
            <a:fld id="{469D5838-0C23-4C9B-93FA-7D87B41B650B}" type="slidenum">
              <a:t>‹#›</a:t>
            </a:fld>
            <a:endParaRPr/>
          </a:p>
        </p:txBody>
      </p:sp>
      <p:sp>
        <p:nvSpPr>
          <p:cNvPr id="11" name="PlaceHolder 10"/>
          <p:cNvSpPr>
            <a:spLocks noGrp="1"/>
          </p:cNvSpPr>
          <p:nvPr>
            <p:ph type="dt" idx="3"/>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F27BB7FB-B833-4449-B881-BA3520D0C009}" type="slidenum">
              <a:t>‹#›</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1"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
        <p:nvSpPr>
          <p:cNvPr id="4" name="PlaceHolder 3"/>
          <p:cNvSpPr>
            <a:spLocks noGrp="1"/>
          </p:cNvSpPr>
          <p:nvPr>
            <p:ph type="ftr" idx="4"/>
          </p:nvPr>
        </p:nvSpPr>
        <p:spPr/>
        <p:txBody>
          <a:bodyPr/>
          <a:lstStyle/>
          <a:p>
            <a:r>
              <a:t>Footer</a:t>
            </a:r>
          </a:p>
        </p:txBody>
      </p:sp>
      <p:sp>
        <p:nvSpPr>
          <p:cNvPr id="5" name="PlaceHolder 4"/>
          <p:cNvSpPr>
            <a:spLocks noGrp="1"/>
          </p:cNvSpPr>
          <p:nvPr>
            <p:ph type="sldNum" idx="5"/>
          </p:nvPr>
        </p:nvSpPr>
        <p:spPr/>
        <p:txBody>
          <a:bodyPr/>
          <a:lstStyle/>
          <a:p>
            <a:fld id="{CABD8D9A-C608-4460-B150-27469172F3A7}" type="slidenum">
              <a:t>‹#›</a:t>
            </a:fld>
            <a:endParaRPr/>
          </a:p>
        </p:txBody>
      </p:sp>
      <p:sp>
        <p:nvSpPr>
          <p:cNvPr id="6" name="PlaceHolder 5"/>
          <p:cNvSpPr>
            <a:spLocks noGrp="1"/>
          </p:cNvSpPr>
          <p:nvPr>
            <p:ph type="dt" idx="6"/>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3"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 name="PlaceHolder 3"/>
          <p:cNvSpPr>
            <a:spLocks noGrp="1"/>
          </p:cNvSpPr>
          <p:nvPr>
            <p:ph type="ftr" idx="4"/>
          </p:nvPr>
        </p:nvSpPr>
        <p:spPr/>
        <p:txBody>
          <a:bodyPr/>
          <a:lstStyle/>
          <a:p>
            <a:r>
              <a:t>Footer</a:t>
            </a:r>
          </a:p>
        </p:txBody>
      </p:sp>
      <p:sp>
        <p:nvSpPr>
          <p:cNvPr id="5" name="PlaceHolder 4"/>
          <p:cNvSpPr>
            <a:spLocks noGrp="1"/>
          </p:cNvSpPr>
          <p:nvPr>
            <p:ph type="sldNum" idx="5"/>
          </p:nvPr>
        </p:nvSpPr>
        <p:spPr/>
        <p:txBody>
          <a:bodyPr/>
          <a:lstStyle/>
          <a:p>
            <a:fld id="{4B7AAE1B-E9E0-406B-B51F-72C27D7B2DD0}" type="slidenum">
              <a:t>‹#›</a:t>
            </a:fld>
            <a:endParaRPr/>
          </a:p>
        </p:txBody>
      </p:sp>
      <p:sp>
        <p:nvSpPr>
          <p:cNvPr id="6" name="PlaceHolder 5"/>
          <p:cNvSpPr>
            <a:spLocks noGrp="1"/>
          </p:cNvSpPr>
          <p:nvPr>
            <p:ph type="dt" idx="6"/>
          </p:nvPr>
        </p:nvSpPr>
        <p:spPr/>
        <p:txBody>
          <a:body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5"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6"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 name="PlaceHolder 4"/>
          <p:cNvSpPr>
            <a:spLocks noGrp="1"/>
          </p:cNvSpPr>
          <p:nvPr>
            <p:ph type="ftr" idx="4"/>
          </p:nvPr>
        </p:nvSpPr>
        <p:spPr/>
        <p:txBody>
          <a:bodyPr/>
          <a:lstStyle/>
          <a:p>
            <a:r>
              <a:t>Footer</a:t>
            </a:r>
          </a:p>
        </p:txBody>
      </p:sp>
      <p:sp>
        <p:nvSpPr>
          <p:cNvPr id="6" name="PlaceHolder 5"/>
          <p:cNvSpPr>
            <a:spLocks noGrp="1"/>
          </p:cNvSpPr>
          <p:nvPr>
            <p:ph type="sldNum" idx="5"/>
          </p:nvPr>
        </p:nvSpPr>
        <p:spPr/>
        <p:txBody>
          <a:bodyPr/>
          <a:lstStyle/>
          <a:p>
            <a:fld id="{1A537E8D-8890-451D-9B86-2A39F41585C2}" type="slidenum">
              <a:t>‹#›</a:t>
            </a:fld>
            <a:endParaRPr/>
          </a:p>
        </p:txBody>
      </p:sp>
      <p:sp>
        <p:nvSpPr>
          <p:cNvPr id="7" name="PlaceHolder 6"/>
          <p:cNvSpPr>
            <a:spLocks noGrp="1"/>
          </p:cNvSpPr>
          <p:nvPr>
            <p:ph type="dt" idx="6"/>
          </p:nvPr>
        </p:nvSpPr>
        <p:spPr/>
        <p:txBody>
          <a:body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 name="PlaceHolder 2"/>
          <p:cNvSpPr>
            <a:spLocks noGrp="1"/>
          </p:cNvSpPr>
          <p:nvPr>
            <p:ph type="ftr" idx="4"/>
          </p:nvPr>
        </p:nvSpPr>
        <p:spPr/>
        <p:txBody>
          <a:bodyPr/>
          <a:lstStyle/>
          <a:p>
            <a:r>
              <a:t>Footer</a:t>
            </a:r>
          </a:p>
        </p:txBody>
      </p:sp>
      <p:sp>
        <p:nvSpPr>
          <p:cNvPr id="4" name="PlaceHolder 3"/>
          <p:cNvSpPr>
            <a:spLocks noGrp="1"/>
          </p:cNvSpPr>
          <p:nvPr>
            <p:ph type="sldNum" idx="5"/>
          </p:nvPr>
        </p:nvSpPr>
        <p:spPr/>
        <p:txBody>
          <a:bodyPr/>
          <a:lstStyle/>
          <a:p>
            <a:fld id="{1E5E3F44-F0B3-471C-8359-AD2DC04B3D03}" type="slidenum">
              <a:t>‹#›</a:t>
            </a:fld>
            <a:endParaRPr/>
          </a:p>
        </p:txBody>
      </p:sp>
      <p:sp>
        <p:nvSpPr>
          <p:cNvPr id="5" name="PlaceHolder 4"/>
          <p:cNvSpPr>
            <a:spLocks noGrp="1"/>
          </p:cNvSpPr>
          <p:nvPr>
            <p:ph type="dt" idx="6"/>
          </p:nvPr>
        </p:nvSpPr>
        <p:spPr/>
        <p:txBody>
          <a:body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8"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
        <p:nvSpPr>
          <p:cNvPr id="3" name="PlaceHolder 2"/>
          <p:cNvSpPr>
            <a:spLocks noGrp="1"/>
          </p:cNvSpPr>
          <p:nvPr>
            <p:ph type="ftr" idx="4"/>
          </p:nvPr>
        </p:nvSpPr>
        <p:spPr/>
        <p:txBody>
          <a:bodyPr/>
          <a:lstStyle/>
          <a:p>
            <a:r>
              <a:t>Footer</a:t>
            </a:r>
          </a:p>
        </p:txBody>
      </p:sp>
      <p:sp>
        <p:nvSpPr>
          <p:cNvPr id="4" name="PlaceHolder 3"/>
          <p:cNvSpPr>
            <a:spLocks noGrp="1"/>
          </p:cNvSpPr>
          <p:nvPr>
            <p:ph type="sldNum" idx="5"/>
          </p:nvPr>
        </p:nvSpPr>
        <p:spPr/>
        <p:txBody>
          <a:bodyPr/>
          <a:lstStyle/>
          <a:p>
            <a:fld id="{D07766AF-32E5-4A9D-8CDF-1AECD2AE4108}" type="slidenum">
              <a:t>‹#›</a:t>
            </a:fld>
            <a:endParaRPr/>
          </a:p>
        </p:txBody>
      </p:sp>
      <p:sp>
        <p:nvSpPr>
          <p:cNvPr id="5" name="PlaceHolder 4"/>
          <p:cNvSpPr>
            <a:spLocks noGrp="1"/>
          </p:cNvSpPr>
          <p:nvPr>
            <p:ph type="dt" idx="6"/>
          </p:nvPr>
        </p:nvSpPr>
        <p:spPr/>
        <p:txBody>
          <a:body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0"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1"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2"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 name="PlaceHolder 5"/>
          <p:cNvSpPr>
            <a:spLocks noGrp="1"/>
          </p:cNvSpPr>
          <p:nvPr>
            <p:ph type="ftr" idx="4"/>
          </p:nvPr>
        </p:nvSpPr>
        <p:spPr/>
        <p:txBody>
          <a:bodyPr/>
          <a:lstStyle/>
          <a:p>
            <a:r>
              <a:t>Footer</a:t>
            </a:r>
          </a:p>
        </p:txBody>
      </p:sp>
      <p:sp>
        <p:nvSpPr>
          <p:cNvPr id="7" name="PlaceHolder 6"/>
          <p:cNvSpPr>
            <a:spLocks noGrp="1"/>
          </p:cNvSpPr>
          <p:nvPr>
            <p:ph type="sldNum" idx="5"/>
          </p:nvPr>
        </p:nvSpPr>
        <p:spPr/>
        <p:txBody>
          <a:bodyPr/>
          <a:lstStyle/>
          <a:p>
            <a:fld id="{38420EBB-C965-4A84-BD7A-CE68F321C5BD}" type="slidenum">
              <a:t>‹#›</a:t>
            </a:fld>
            <a:endParaRPr/>
          </a:p>
        </p:txBody>
      </p:sp>
      <p:sp>
        <p:nvSpPr>
          <p:cNvPr id="8" name="PlaceHolder 7"/>
          <p:cNvSpPr>
            <a:spLocks noGrp="1"/>
          </p:cNvSpPr>
          <p:nvPr>
            <p:ph type="dt" idx="6"/>
          </p:nvPr>
        </p:nvSpPr>
        <p:spPr/>
        <p:txBody>
          <a:body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4"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6"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 name="PlaceHolder 5"/>
          <p:cNvSpPr>
            <a:spLocks noGrp="1"/>
          </p:cNvSpPr>
          <p:nvPr>
            <p:ph type="ftr" idx="4"/>
          </p:nvPr>
        </p:nvSpPr>
        <p:spPr/>
        <p:txBody>
          <a:bodyPr/>
          <a:lstStyle/>
          <a:p>
            <a:r>
              <a:t>Footer</a:t>
            </a:r>
          </a:p>
        </p:txBody>
      </p:sp>
      <p:sp>
        <p:nvSpPr>
          <p:cNvPr id="7" name="PlaceHolder 6"/>
          <p:cNvSpPr>
            <a:spLocks noGrp="1"/>
          </p:cNvSpPr>
          <p:nvPr>
            <p:ph type="sldNum" idx="5"/>
          </p:nvPr>
        </p:nvSpPr>
        <p:spPr/>
        <p:txBody>
          <a:bodyPr/>
          <a:lstStyle/>
          <a:p>
            <a:fld id="{B3C313F0-B71B-456D-B445-A7D6C3B87DC6}" type="slidenum">
              <a:t>‹#›</a:t>
            </a:fld>
            <a:endParaRPr/>
          </a:p>
        </p:txBody>
      </p:sp>
      <p:sp>
        <p:nvSpPr>
          <p:cNvPr id="8" name="PlaceHolder 7"/>
          <p:cNvSpPr>
            <a:spLocks noGrp="1"/>
          </p:cNvSpPr>
          <p:nvPr>
            <p:ph type="dt" idx="6"/>
          </p:nvPr>
        </p:nvSpPr>
        <p:spPr/>
        <p:txBody>
          <a:body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8"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9"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0"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 name="PlaceHolder 5"/>
          <p:cNvSpPr>
            <a:spLocks noGrp="1"/>
          </p:cNvSpPr>
          <p:nvPr>
            <p:ph type="ftr" idx="4"/>
          </p:nvPr>
        </p:nvSpPr>
        <p:spPr/>
        <p:txBody>
          <a:bodyPr/>
          <a:lstStyle/>
          <a:p>
            <a:r>
              <a:t>Footer</a:t>
            </a:r>
          </a:p>
        </p:txBody>
      </p:sp>
      <p:sp>
        <p:nvSpPr>
          <p:cNvPr id="7" name="PlaceHolder 6"/>
          <p:cNvSpPr>
            <a:spLocks noGrp="1"/>
          </p:cNvSpPr>
          <p:nvPr>
            <p:ph type="sldNum" idx="5"/>
          </p:nvPr>
        </p:nvSpPr>
        <p:spPr/>
        <p:txBody>
          <a:bodyPr/>
          <a:lstStyle/>
          <a:p>
            <a:fld id="{B233AD07-A33D-4676-805A-CF69FF6046DF}" type="slidenum">
              <a:t>‹#›</a:t>
            </a:fld>
            <a:endParaRPr/>
          </a:p>
        </p:txBody>
      </p:sp>
      <p:sp>
        <p:nvSpPr>
          <p:cNvPr id="8" name="PlaceHolder 7"/>
          <p:cNvSpPr>
            <a:spLocks noGrp="1"/>
          </p:cNvSpPr>
          <p:nvPr>
            <p:ph type="dt" idx="6"/>
          </p:nvPr>
        </p:nvSpPr>
        <p:spPr/>
        <p:txBody>
          <a:body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2"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3"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 name="PlaceHolder 4"/>
          <p:cNvSpPr>
            <a:spLocks noGrp="1"/>
          </p:cNvSpPr>
          <p:nvPr>
            <p:ph type="ftr" idx="4"/>
          </p:nvPr>
        </p:nvSpPr>
        <p:spPr/>
        <p:txBody>
          <a:bodyPr/>
          <a:lstStyle/>
          <a:p>
            <a:r>
              <a:t>Footer</a:t>
            </a:r>
          </a:p>
        </p:txBody>
      </p:sp>
      <p:sp>
        <p:nvSpPr>
          <p:cNvPr id="6" name="PlaceHolder 5"/>
          <p:cNvSpPr>
            <a:spLocks noGrp="1"/>
          </p:cNvSpPr>
          <p:nvPr>
            <p:ph type="sldNum" idx="5"/>
          </p:nvPr>
        </p:nvSpPr>
        <p:spPr/>
        <p:txBody>
          <a:bodyPr/>
          <a:lstStyle/>
          <a:p>
            <a:fld id="{CE99E32B-C703-4385-B9D3-A1363C076635}" type="slidenum">
              <a:t>‹#›</a:t>
            </a:fld>
            <a:endParaRPr/>
          </a:p>
        </p:txBody>
      </p:sp>
      <p:sp>
        <p:nvSpPr>
          <p:cNvPr id="7" name="PlaceHolder 6"/>
          <p:cNvSpPr>
            <a:spLocks noGrp="1"/>
          </p:cNvSpPr>
          <p:nvPr>
            <p:ph type="dt" idx="6"/>
          </p:nvPr>
        </p:nvSpPr>
        <p:spPr/>
        <p:txBody>
          <a:body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5"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6"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7"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8"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 name="PlaceHolder 6"/>
          <p:cNvSpPr>
            <a:spLocks noGrp="1"/>
          </p:cNvSpPr>
          <p:nvPr>
            <p:ph type="ftr" idx="4"/>
          </p:nvPr>
        </p:nvSpPr>
        <p:spPr/>
        <p:txBody>
          <a:bodyPr/>
          <a:lstStyle/>
          <a:p>
            <a:r>
              <a:t>Footer</a:t>
            </a:r>
          </a:p>
        </p:txBody>
      </p:sp>
      <p:sp>
        <p:nvSpPr>
          <p:cNvPr id="8" name="PlaceHolder 7"/>
          <p:cNvSpPr>
            <a:spLocks noGrp="1"/>
          </p:cNvSpPr>
          <p:nvPr>
            <p:ph type="sldNum" idx="5"/>
          </p:nvPr>
        </p:nvSpPr>
        <p:spPr/>
        <p:txBody>
          <a:bodyPr/>
          <a:lstStyle/>
          <a:p>
            <a:fld id="{81A92DE6-ADA2-4D15-A717-69BF0F575388}" type="slidenum">
              <a:t>‹#›</a:t>
            </a:fld>
            <a:endParaRPr/>
          </a:p>
        </p:txBody>
      </p:sp>
      <p:sp>
        <p:nvSpPr>
          <p:cNvPr id="9" name="PlaceHolder 8"/>
          <p:cNvSpPr>
            <a:spLocks noGrp="1"/>
          </p:cNvSpPr>
          <p:nvPr>
            <p:ph type="dt" idx="6"/>
          </p:nvPr>
        </p:nvSpPr>
        <p:spPr/>
        <p:txBody>
          <a:body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0"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1"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2"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3"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4"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5"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9" name="PlaceHolder 8"/>
          <p:cNvSpPr>
            <a:spLocks noGrp="1"/>
          </p:cNvSpPr>
          <p:nvPr>
            <p:ph type="ftr" idx="4"/>
          </p:nvPr>
        </p:nvSpPr>
        <p:spPr/>
        <p:txBody>
          <a:bodyPr/>
          <a:lstStyle/>
          <a:p>
            <a:r>
              <a:t>Footer</a:t>
            </a:r>
          </a:p>
        </p:txBody>
      </p:sp>
      <p:sp>
        <p:nvSpPr>
          <p:cNvPr id="10" name="PlaceHolder 9"/>
          <p:cNvSpPr>
            <a:spLocks noGrp="1"/>
          </p:cNvSpPr>
          <p:nvPr>
            <p:ph type="sldNum" idx="5"/>
          </p:nvPr>
        </p:nvSpPr>
        <p:spPr/>
        <p:txBody>
          <a:bodyPr/>
          <a:lstStyle/>
          <a:p>
            <a:fld id="{F0F8777E-B02D-42F2-809E-4DA43B6EEAF3}" type="slidenum">
              <a:t>‹#›</a:t>
            </a:fld>
            <a:endParaRPr/>
          </a:p>
        </p:txBody>
      </p:sp>
      <p:sp>
        <p:nvSpPr>
          <p:cNvPr id="11" name="PlaceHolder 10"/>
          <p:cNvSpPr>
            <a:spLocks noGrp="1"/>
          </p:cNvSpPr>
          <p:nvPr>
            <p:ph type="dt" idx="6"/>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p:cNvSpPr/>
          <p:nvPr/>
        </p:nvSpPr>
        <p:spPr>
          <a:xfrm>
            <a:off x="0" y="0"/>
            <a:ext cx="12191400" cy="486576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p:style>
      </p:sp>
      <p:sp>
        <p:nvSpPr>
          <p:cNvPr id="8" name="Rectangle 7"/>
          <p:cNvSpPr/>
          <p:nvPr/>
        </p:nvSpPr>
        <p:spPr>
          <a:xfrm>
            <a:off x="0" y="0"/>
            <a:ext cx="12191400" cy="486576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p:style>
      </p:sp>
      <p:sp>
        <p:nvSpPr>
          <p:cNvPr id="2" name="PlaceHolder 1"/>
          <p:cNvSpPr>
            <a:spLocks noGrp="1"/>
          </p:cNvSpPr>
          <p:nvPr>
            <p:ph type="title"/>
          </p:nvPr>
        </p:nvSpPr>
        <p:spPr>
          <a:xfrm>
            <a:off x="604440" y="0"/>
            <a:ext cx="10748520" cy="1208160"/>
          </a:xfrm>
          <a:prstGeom prst="rect">
            <a:avLst/>
          </a:prstGeom>
          <a:noFill/>
          <a:ln w="0">
            <a:noFill/>
          </a:ln>
        </p:spPr>
        <p:txBody>
          <a:bodyPr lIns="0" tIns="0" rIns="0" bIns="0" anchor="ctr">
            <a:noAutofit/>
          </a:bodyPr>
          <a:lstStyle/>
          <a:p>
            <a:r>
              <a:rPr lang="en-US" sz="1800" b="0" strike="noStrike" spc="-1">
                <a:latin typeface="Arial"/>
              </a:rPr>
              <a:t>Click to edit the title text format</a:t>
            </a:r>
          </a:p>
        </p:txBody>
      </p:sp>
      <p:sp>
        <p:nvSpPr>
          <p:cNvPr id="3" name="PlaceHolder 2"/>
          <p:cNvSpPr>
            <a:spLocks noGrp="1"/>
          </p:cNvSpPr>
          <p:nvPr>
            <p:ph type="ftr" idx="1"/>
          </p:nvPr>
        </p:nvSpPr>
        <p:spPr>
          <a:xfrm>
            <a:off x="4648320" y="6356520"/>
            <a:ext cx="2894760" cy="364320"/>
          </a:xfrm>
          <a:prstGeom prst="rect">
            <a:avLst/>
          </a:prstGeom>
          <a:noFill/>
          <a:ln w="0">
            <a:noFill/>
          </a:ln>
        </p:spPr>
        <p:txBody>
          <a:bodyPr lIns="90000" tIns="45000" rIns="90000" bIns="45000" anchor="ctr">
            <a:noAutofit/>
          </a:bodyPr>
          <a:lstStyle>
            <a:lvl1pPr algn="ctr">
              <a:lnSpc>
                <a:spcPct val="100000"/>
              </a:lnSpc>
              <a:buNone/>
              <a:defRPr lang="en-US" sz="1400" b="0" strike="noStrike" spc="-1">
                <a:latin typeface="Times New Roman"/>
              </a:defRPr>
            </a:lvl1pPr>
          </a:lstStyle>
          <a:p>
            <a:pPr algn="ctr">
              <a:lnSpc>
                <a:spcPct val="100000"/>
              </a:lnSpc>
              <a:buNone/>
            </a:pPr>
            <a:r>
              <a:rPr lang="en-US" sz="1400" b="0" strike="noStrike" spc="-1">
                <a:latin typeface="Times New Roman"/>
              </a:rPr>
              <a:t>&lt;footer&gt;</a:t>
            </a:r>
          </a:p>
        </p:txBody>
      </p:sp>
      <p:sp>
        <p:nvSpPr>
          <p:cNvPr id="4" name="PlaceHolder 3"/>
          <p:cNvSpPr>
            <a:spLocks noGrp="1"/>
          </p:cNvSpPr>
          <p:nvPr>
            <p:ph type="sldNum" idx="2"/>
          </p:nvPr>
        </p:nvSpPr>
        <p:spPr>
          <a:xfrm>
            <a:off x="8077320" y="6356520"/>
            <a:ext cx="3276000" cy="364320"/>
          </a:xfrm>
          <a:prstGeom prst="rect">
            <a:avLst/>
          </a:prstGeom>
          <a:noFill/>
          <a:ln w="0">
            <a:noFill/>
          </a:ln>
        </p:spPr>
        <p:txBody>
          <a:bodyPr lIns="90000" tIns="45000" rIns="90000" bIns="45000" anchor="ctr">
            <a:noAutofit/>
          </a:bodyPr>
          <a:lstStyle>
            <a:lvl1pPr algn="r">
              <a:lnSpc>
                <a:spcPct val="100000"/>
              </a:lnSpc>
              <a:buNone/>
              <a:defRPr lang="en-US" sz="1200" b="0" strike="noStrike" spc="-1">
                <a:solidFill>
                  <a:srgbClr val="8B8B8B"/>
                </a:solidFill>
                <a:latin typeface="Segoe UI"/>
              </a:defRPr>
            </a:lvl1pPr>
          </a:lstStyle>
          <a:p>
            <a:pPr algn="r">
              <a:lnSpc>
                <a:spcPct val="100000"/>
              </a:lnSpc>
              <a:buNone/>
            </a:pPr>
            <a:fld id="{796E3818-1A8F-42F2-8395-C84A9A2ED486}" type="slidenum">
              <a:rPr lang="en-US" sz="1200" b="0" strike="noStrike" spc="-1">
                <a:solidFill>
                  <a:srgbClr val="8B8B8B"/>
                </a:solidFill>
                <a:latin typeface="Segoe UI"/>
              </a:rPr>
              <a:t>‹#›</a:t>
            </a:fld>
            <a:endParaRPr lang="en-US" sz="1200" b="0" strike="noStrike" spc="-1">
              <a:latin typeface="Times New Roman"/>
            </a:endParaRPr>
          </a:p>
        </p:txBody>
      </p:sp>
      <p:sp>
        <p:nvSpPr>
          <p:cNvPr id="5" name="PlaceHolder 4"/>
          <p:cNvSpPr>
            <a:spLocks noGrp="1"/>
          </p:cNvSpPr>
          <p:nvPr>
            <p:ph type="dt" idx="3"/>
          </p:nvPr>
        </p:nvSpPr>
        <p:spPr>
          <a:xfrm>
            <a:off x="838080" y="6356520"/>
            <a:ext cx="3276000" cy="364320"/>
          </a:xfrm>
          <a:prstGeom prst="rect">
            <a:avLst/>
          </a:prstGeom>
          <a:noFill/>
          <a:ln w="0">
            <a:noFill/>
          </a:ln>
        </p:spPr>
        <p:txBody>
          <a:bodyPr lIns="90000" tIns="45000" rIns="90000" bIns="45000" anchor="ctr">
            <a:noAutofit/>
          </a:bodyPr>
          <a:lstStyle>
            <a:lvl1pPr>
              <a:defRPr lang="en-US" sz="1400" b="0" strike="noStrike" spc="-1">
                <a:latin typeface="Times New Roman"/>
              </a:defRPr>
            </a:lvl1pPr>
          </a:lstStyle>
          <a:p>
            <a:r>
              <a:rPr lang="en-US" sz="1400" b="0" strike="noStrike" spc="-1">
                <a:latin typeface="Times New Roman"/>
              </a:rPr>
              <a:t>&lt;date/time&gt;</a:t>
            </a: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Rectangle 6"/>
          <p:cNvSpPr/>
          <p:nvPr/>
        </p:nvSpPr>
        <p:spPr>
          <a:xfrm>
            <a:off x="0" y="0"/>
            <a:ext cx="12191400" cy="1332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p:style>
      </p:sp>
      <p:sp>
        <p:nvSpPr>
          <p:cNvPr id="44" name="Rectangle 7"/>
          <p:cNvSpPr/>
          <p:nvPr/>
        </p:nvSpPr>
        <p:spPr>
          <a:xfrm>
            <a:off x="0" y="0"/>
            <a:ext cx="12191400" cy="1332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p:style>
      </p:sp>
      <p:sp>
        <p:nvSpPr>
          <p:cNvPr id="45" name="PlaceHolder 1"/>
          <p:cNvSpPr>
            <a:spLocks noGrp="1"/>
          </p:cNvSpPr>
          <p:nvPr>
            <p:ph type="ftr" idx="4"/>
          </p:nvPr>
        </p:nvSpPr>
        <p:spPr>
          <a:xfrm>
            <a:off x="4648320" y="6356520"/>
            <a:ext cx="2894760" cy="364320"/>
          </a:xfrm>
          <a:prstGeom prst="rect">
            <a:avLst/>
          </a:prstGeom>
          <a:noFill/>
          <a:ln w="0">
            <a:noFill/>
          </a:ln>
        </p:spPr>
        <p:txBody>
          <a:bodyPr lIns="90000" tIns="45000" rIns="90000" bIns="45000" anchor="ctr">
            <a:noAutofit/>
          </a:bodyPr>
          <a:lstStyle>
            <a:lvl1pPr algn="ctr">
              <a:lnSpc>
                <a:spcPct val="100000"/>
              </a:lnSpc>
              <a:buNone/>
              <a:defRPr lang="en-US" sz="1400" b="0" strike="noStrike" spc="-1">
                <a:latin typeface="Times New Roman"/>
              </a:defRPr>
            </a:lvl1pPr>
          </a:lstStyle>
          <a:p>
            <a:pPr algn="ctr">
              <a:lnSpc>
                <a:spcPct val="100000"/>
              </a:lnSpc>
              <a:buNone/>
            </a:pPr>
            <a:r>
              <a:rPr lang="en-US" sz="1400" b="0" strike="noStrike" spc="-1">
                <a:latin typeface="Times New Roman"/>
              </a:rPr>
              <a:t>&lt;footer&gt;</a:t>
            </a:r>
          </a:p>
        </p:txBody>
      </p:sp>
      <p:sp>
        <p:nvSpPr>
          <p:cNvPr id="46" name="PlaceHolder 2"/>
          <p:cNvSpPr>
            <a:spLocks noGrp="1"/>
          </p:cNvSpPr>
          <p:nvPr>
            <p:ph type="sldNum" idx="5"/>
          </p:nvPr>
        </p:nvSpPr>
        <p:spPr>
          <a:xfrm>
            <a:off x="8077320" y="6356520"/>
            <a:ext cx="3276000" cy="364320"/>
          </a:xfrm>
          <a:prstGeom prst="rect">
            <a:avLst/>
          </a:prstGeom>
          <a:noFill/>
          <a:ln w="0">
            <a:noFill/>
          </a:ln>
        </p:spPr>
        <p:txBody>
          <a:bodyPr lIns="90000" tIns="45000" rIns="90000" bIns="45000" anchor="ctr">
            <a:noAutofit/>
          </a:bodyPr>
          <a:lstStyle>
            <a:lvl1pPr algn="r">
              <a:lnSpc>
                <a:spcPct val="100000"/>
              </a:lnSpc>
              <a:buNone/>
              <a:defRPr lang="en-US" sz="1200" b="0" strike="noStrike" spc="-1">
                <a:solidFill>
                  <a:srgbClr val="8B8B8B"/>
                </a:solidFill>
                <a:latin typeface="Segoe UI"/>
              </a:defRPr>
            </a:lvl1pPr>
          </a:lstStyle>
          <a:p>
            <a:pPr algn="r">
              <a:lnSpc>
                <a:spcPct val="100000"/>
              </a:lnSpc>
              <a:buNone/>
            </a:pPr>
            <a:fld id="{01272985-632B-4377-8849-824BFDC5DF8C}" type="slidenum">
              <a:rPr lang="en-US" sz="1200" b="0" strike="noStrike" spc="-1">
                <a:solidFill>
                  <a:srgbClr val="8B8B8B"/>
                </a:solidFill>
                <a:latin typeface="Segoe UI"/>
              </a:rPr>
              <a:t>‹#›</a:t>
            </a:fld>
            <a:endParaRPr lang="en-US" sz="1200" b="0" strike="noStrike" spc="-1">
              <a:latin typeface="Times New Roman"/>
            </a:endParaRPr>
          </a:p>
        </p:txBody>
      </p:sp>
      <p:sp>
        <p:nvSpPr>
          <p:cNvPr id="47" name="PlaceHolder 3"/>
          <p:cNvSpPr>
            <a:spLocks noGrp="1"/>
          </p:cNvSpPr>
          <p:nvPr>
            <p:ph type="dt" idx="6"/>
          </p:nvPr>
        </p:nvSpPr>
        <p:spPr>
          <a:xfrm>
            <a:off x="838080" y="6356520"/>
            <a:ext cx="3276000" cy="364320"/>
          </a:xfrm>
          <a:prstGeom prst="rect">
            <a:avLst/>
          </a:prstGeom>
          <a:noFill/>
          <a:ln w="0">
            <a:noFill/>
          </a:ln>
        </p:spPr>
        <p:txBody>
          <a:bodyPr lIns="90000" tIns="45000" rIns="90000" bIns="45000" anchor="ctr">
            <a:noAutofit/>
          </a:bodyPr>
          <a:lstStyle>
            <a:lvl1pPr>
              <a:defRPr lang="en-US" sz="1400" b="0" strike="noStrike" spc="-1">
                <a:latin typeface="Times New Roman"/>
              </a:defRPr>
            </a:lvl1pPr>
          </a:lstStyle>
          <a:p>
            <a:r>
              <a:rPr lang="en-US" sz="1400" b="0" strike="noStrike" spc="-1">
                <a:latin typeface="Times New Roman"/>
              </a:rPr>
              <a:t>&lt;date/time&gt;</a:t>
            </a:r>
          </a:p>
        </p:txBody>
      </p:sp>
      <p:sp>
        <p:nvSpPr>
          <p:cNvPr id="48"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49"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compilereg/docker/tree/main/webapp_dockerfile" TargetMode="External"/><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2061000"/>
            <a:ext cx="10514880" cy="2386800"/>
          </a:xfrm>
          <a:prstGeom prst="rect">
            <a:avLst/>
          </a:prstGeom>
          <a:noFill/>
          <a:ln w="0">
            <a:noFill/>
          </a:ln>
        </p:spPr>
        <p:txBody>
          <a:bodyPr lIns="0" tIns="0" rIns="0" bIns="0" anchor="b">
            <a:noAutofit/>
          </a:bodyPr>
          <a:lstStyle/>
          <a:p>
            <a:pPr>
              <a:lnSpc>
                <a:spcPct val="100000"/>
              </a:lnSpc>
              <a:buNone/>
            </a:pPr>
            <a:r>
              <a:rPr lang="en-US" sz="5400" b="0" strike="noStrike" spc="-1">
                <a:solidFill>
                  <a:srgbClr val="FFFFFF"/>
                </a:solidFill>
                <a:latin typeface="Segoe UI Light"/>
              </a:rPr>
              <a:t>Docker</a:t>
            </a:r>
            <a:endParaRPr lang="en-US" sz="5400" b="0" strike="noStrike" spc="-1">
              <a:latin typeface="Arial"/>
            </a:endParaRPr>
          </a:p>
        </p:txBody>
      </p:sp>
      <p:sp>
        <p:nvSpPr>
          <p:cNvPr id="3" name="PlaceHolder 2"/>
          <p:cNvSpPr>
            <a:spLocks noGrp="1"/>
          </p:cNvSpPr>
          <p:nvPr>
            <p:ph type="sldNum" idx="2"/>
          </p:nvPr>
        </p:nvSpPr>
        <p:spPr/>
        <p:txBody>
          <a:bodyPr/>
          <a:lstStyle/>
          <a:p>
            <a:fld id="{6D7F239E-9575-4AC8-ACC2-17AA6430B4C1}" type="slidenum">
              <a:t>1</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Contents</a:t>
            </a:r>
            <a:endParaRPr lang="en-US" sz="3600" b="0" strike="noStrike" spc="-1">
              <a:latin typeface="Arial"/>
            </a:endParaRPr>
          </a:p>
        </p:txBody>
      </p:sp>
      <p:sp>
        <p:nvSpPr>
          <p:cNvPr id="94" name="PlaceHolder 2"/>
          <p:cNvSpPr>
            <a:spLocks noGrp="1"/>
          </p:cNvSpPr>
          <p:nvPr>
            <p:ph/>
          </p:nvPr>
        </p:nvSpPr>
        <p:spPr>
          <a:xfrm>
            <a:off x="604440" y="1560960"/>
            <a:ext cx="10514880" cy="4060080"/>
          </a:xfrm>
          <a:prstGeom prst="rect">
            <a:avLst/>
          </a:prstGeom>
          <a:noFill/>
          <a:ln w="0">
            <a:noFill/>
          </a:ln>
        </p:spPr>
        <p:txBody>
          <a:bodyPr lIns="90000" tIns="45000" rIns="90000" bIns="45000" anchor="t">
            <a:noAutofit/>
          </a:bodyPr>
          <a:lstStyle/>
          <a:p>
            <a:pPr marL="343080" indent="-343080">
              <a:lnSpc>
                <a:spcPct val="150000"/>
              </a:lnSpc>
              <a:spcBef>
                <a:spcPts val="541"/>
              </a:spcBef>
              <a:spcAft>
                <a:spcPts val="1199"/>
              </a:spcAft>
              <a:buClr>
                <a:srgbClr val="808080"/>
              </a:buClr>
              <a:buFont typeface="Segoe UI Light"/>
              <a:buAutoNum type="arabicPeriod"/>
            </a:pPr>
            <a:r>
              <a:rPr lang="en-US" sz="1800" b="0" strike="noStrike" spc="-1" dirty="0">
                <a:solidFill>
                  <a:srgbClr val="808080"/>
                </a:solidFill>
                <a:latin typeface="Segoe UI"/>
              </a:rPr>
              <a:t>Fundamental of Docker</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a:pPr>
            <a:r>
              <a:rPr lang="en-US" sz="1800" b="0" strike="noStrike" spc="-1" dirty="0">
                <a:solidFill>
                  <a:srgbClr val="808080"/>
                </a:solidFill>
                <a:latin typeface="Segoe UI"/>
              </a:rPr>
              <a:t>Container at a scale.</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a:pPr>
            <a:r>
              <a:rPr lang="en-US" sz="1800" b="0" strike="noStrike" spc="-1" dirty="0">
                <a:solidFill>
                  <a:srgbClr val="808080"/>
                </a:solidFill>
                <a:latin typeface="Segoe UI"/>
              </a:rPr>
              <a:t>Benefits of </a:t>
            </a:r>
            <a:r>
              <a:rPr lang="en-US" sz="1800" b="0" strike="noStrike" spc="-1" dirty="0" err="1" smtClean="0">
                <a:solidFill>
                  <a:srgbClr val="808080"/>
                </a:solidFill>
                <a:latin typeface="Segoe UI"/>
              </a:rPr>
              <a:t>docker</a:t>
            </a:r>
            <a:r>
              <a:rPr lang="en-US" sz="1800" b="0" strike="noStrike" spc="-1" dirty="0" smtClean="0">
                <a:solidFill>
                  <a:srgbClr val="808080"/>
                </a:solidFill>
                <a:latin typeface="Segoe UI"/>
              </a:rPr>
              <a:t>.</a:t>
            </a:r>
          </a:p>
          <a:p>
            <a:pPr marL="343080" indent="-343080">
              <a:lnSpc>
                <a:spcPct val="150000"/>
              </a:lnSpc>
              <a:spcBef>
                <a:spcPts val="541"/>
              </a:spcBef>
              <a:spcAft>
                <a:spcPts val="1199"/>
              </a:spcAft>
              <a:buClr>
                <a:srgbClr val="808080"/>
              </a:buClr>
              <a:buFont typeface="Segoe UI Light"/>
              <a:buAutoNum type="arabicPeriod"/>
            </a:pPr>
            <a:r>
              <a:rPr lang="en-US" sz="1800" spc="-1" dirty="0" smtClean="0">
                <a:solidFill>
                  <a:srgbClr val="808080"/>
                </a:solidFill>
                <a:latin typeface="Segoe UI"/>
              </a:rPr>
              <a:t>Blue-Green deployments.</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a:pPr>
            <a:r>
              <a:rPr lang="en-US" sz="1800" b="0" strike="noStrike" spc="-1" dirty="0">
                <a:solidFill>
                  <a:srgbClr val="808080"/>
                </a:solidFill>
                <a:latin typeface="Segoe UI"/>
              </a:rPr>
              <a:t>Docker can not solve.</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a:pPr>
            <a:r>
              <a:rPr lang="en-US" sz="1800" b="0" strike="noStrike" spc="-1" dirty="0">
                <a:solidFill>
                  <a:srgbClr val="808080"/>
                </a:solidFill>
                <a:latin typeface="Segoe UI"/>
              </a:rPr>
              <a:t>Virtual machine and container</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a:pPr>
            <a:r>
              <a:rPr lang="en-US" sz="1800" b="0" strike="noStrike" spc="-1" dirty="0">
                <a:solidFill>
                  <a:srgbClr val="808080"/>
                </a:solidFill>
                <a:latin typeface="Segoe UI"/>
              </a:rPr>
              <a:t>Docker concepts</a:t>
            </a:r>
            <a:endParaRPr lang="en-US" sz="1800" b="0" strike="noStrike" spc="-1" dirty="0">
              <a:latin typeface="Arial"/>
            </a:endParaRPr>
          </a:p>
        </p:txBody>
      </p:sp>
      <p:sp>
        <p:nvSpPr>
          <p:cNvPr id="4" name="PlaceHolder 3"/>
          <p:cNvSpPr>
            <a:spLocks noGrp="1"/>
          </p:cNvSpPr>
          <p:nvPr>
            <p:ph type="sldNum" idx="5"/>
          </p:nvPr>
        </p:nvSpPr>
        <p:spPr/>
        <p:txBody>
          <a:bodyPr/>
          <a:lstStyle/>
          <a:p>
            <a:fld id="{94B78FA0-4951-4695-AA39-C43451D62E69}" type="slidenum">
              <a:t>2</a:t>
            </a:fld>
            <a:endParaRPr dirty="0"/>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Contents</a:t>
            </a:r>
            <a:endParaRPr lang="en-US" sz="3600" b="0" strike="noStrike" spc="-1">
              <a:latin typeface="Arial"/>
            </a:endParaRPr>
          </a:p>
        </p:txBody>
      </p:sp>
      <p:sp>
        <p:nvSpPr>
          <p:cNvPr id="96" name="PlaceHolder 2"/>
          <p:cNvSpPr>
            <a:spLocks noGrp="1"/>
          </p:cNvSpPr>
          <p:nvPr>
            <p:ph/>
          </p:nvPr>
        </p:nvSpPr>
        <p:spPr>
          <a:xfrm>
            <a:off x="604440" y="1560960"/>
            <a:ext cx="10514880" cy="4060080"/>
          </a:xfrm>
          <a:prstGeom prst="rect">
            <a:avLst/>
          </a:prstGeom>
          <a:noFill/>
          <a:ln w="0">
            <a:noFill/>
          </a:ln>
        </p:spPr>
        <p:txBody>
          <a:bodyPr lIns="90000" tIns="45000" rIns="90000" bIns="45000" anchor="t">
            <a:noAutofit/>
          </a:bodyPr>
          <a:lstStyle/>
          <a:p>
            <a:pPr marL="343080" indent="-343080">
              <a:lnSpc>
                <a:spcPct val="150000"/>
              </a:lnSpc>
              <a:spcBef>
                <a:spcPts val="541"/>
              </a:spcBef>
              <a:spcAft>
                <a:spcPts val="1199"/>
              </a:spcAft>
              <a:buClr>
                <a:srgbClr val="808080"/>
              </a:buClr>
              <a:buFont typeface="+mj-lt"/>
              <a:buAutoNum type="arabicPeriod" startAt="8"/>
            </a:pPr>
            <a:r>
              <a:rPr lang="en-US" sz="1800" b="0" strike="noStrike" spc="-1" dirty="0" smtClean="0">
                <a:solidFill>
                  <a:srgbClr val="808080"/>
                </a:solidFill>
                <a:latin typeface="Segoe UI"/>
              </a:rPr>
              <a:t>Install </a:t>
            </a:r>
            <a:r>
              <a:rPr lang="en-US" sz="1800" b="0" strike="noStrike" spc="-1" dirty="0" err="1" smtClean="0">
                <a:solidFill>
                  <a:srgbClr val="808080"/>
                </a:solidFill>
                <a:latin typeface="Segoe UI"/>
              </a:rPr>
              <a:t>docker</a:t>
            </a:r>
            <a:endParaRPr lang="en-US" sz="1800" b="0" strike="noStrike" spc="-1" dirty="0" smtClean="0">
              <a:solidFill>
                <a:srgbClr val="808080"/>
              </a:solidFill>
              <a:latin typeface="Segoe UI"/>
            </a:endParaRPr>
          </a:p>
          <a:p>
            <a:pPr marL="343080" indent="-343080">
              <a:lnSpc>
                <a:spcPct val="150000"/>
              </a:lnSpc>
              <a:spcBef>
                <a:spcPts val="541"/>
              </a:spcBef>
              <a:spcAft>
                <a:spcPts val="1199"/>
              </a:spcAft>
              <a:buClr>
                <a:srgbClr val="808080"/>
              </a:buClr>
              <a:buFont typeface="+mj-lt"/>
              <a:buAutoNum type="arabicPeriod" startAt="8"/>
            </a:pPr>
            <a:r>
              <a:rPr lang="en-US" sz="1800" spc="-1" dirty="0" smtClean="0">
                <a:solidFill>
                  <a:srgbClr val="808080"/>
                </a:solidFill>
                <a:latin typeface="Segoe UI"/>
              </a:rPr>
              <a:t>Docker hub</a:t>
            </a:r>
            <a:endParaRPr lang="en-US" sz="1800" b="0" strike="noStrike" spc="-1" dirty="0">
              <a:latin typeface="Arial"/>
            </a:endParaRPr>
          </a:p>
          <a:p>
            <a:pPr marL="343080" indent="-343080">
              <a:lnSpc>
                <a:spcPct val="150000"/>
              </a:lnSpc>
              <a:spcBef>
                <a:spcPts val="541"/>
              </a:spcBef>
              <a:spcAft>
                <a:spcPts val="1199"/>
              </a:spcAft>
              <a:buClr>
                <a:srgbClr val="808080"/>
              </a:buClr>
              <a:buFont typeface="+mj-lt"/>
              <a:buAutoNum type="arabicPeriod" startAt="8"/>
            </a:pPr>
            <a:r>
              <a:rPr lang="en-US" sz="1800" b="0" strike="noStrike" spc="-1" dirty="0">
                <a:solidFill>
                  <a:srgbClr val="808080"/>
                </a:solidFill>
                <a:latin typeface="Segoe UI"/>
              </a:rPr>
              <a:t>Docker images</a:t>
            </a:r>
            <a:endParaRPr lang="en-US" sz="1800" b="0" strike="noStrike" spc="-1" dirty="0">
              <a:latin typeface="Arial"/>
            </a:endParaRPr>
          </a:p>
          <a:p>
            <a:pPr marL="343080" indent="-343080">
              <a:lnSpc>
                <a:spcPct val="150000"/>
              </a:lnSpc>
              <a:spcBef>
                <a:spcPts val="541"/>
              </a:spcBef>
              <a:spcAft>
                <a:spcPts val="1199"/>
              </a:spcAft>
              <a:buClr>
                <a:srgbClr val="808080"/>
              </a:buClr>
              <a:buFont typeface="+mj-lt"/>
              <a:buAutoNum type="arabicPeriod" startAt="8"/>
            </a:pPr>
            <a:r>
              <a:rPr lang="en-US" sz="1800" b="0" strike="noStrike" spc="-1" dirty="0">
                <a:solidFill>
                  <a:srgbClr val="808080"/>
                </a:solidFill>
                <a:latin typeface="Segoe UI"/>
              </a:rPr>
              <a:t>Docker networking</a:t>
            </a:r>
            <a:endParaRPr lang="en-US" sz="1800" b="0" strike="noStrike" spc="-1" dirty="0">
              <a:latin typeface="Arial"/>
            </a:endParaRPr>
          </a:p>
          <a:p>
            <a:pPr marL="343080" indent="-343080">
              <a:lnSpc>
                <a:spcPct val="150000"/>
              </a:lnSpc>
              <a:spcBef>
                <a:spcPts val="541"/>
              </a:spcBef>
              <a:spcAft>
                <a:spcPts val="1199"/>
              </a:spcAft>
              <a:buClr>
                <a:srgbClr val="808080"/>
              </a:buClr>
              <a:buFont typeface="+mj-lt"/>
              <a:buAutoNum type="arabicPeriod" startAt="8"/>
            </a:pPr>
            <a:r>
              <a:rPr lang="en-US" sz="1800" b="0" strike="noStrike" spc="-1" dirty="0">
                <a:solidFill>
                  <a:srgbClr val="808080"/>
                </a:solidFill>
                <a:latin typeface="Segoe UI"/>
              </a:rPr>
              <a:t>Container life cycle</a:t>
            </a:r>
            <a:endParaRPr lang="en-US" sz="1800" b="0" strike="noStrike" spc="-1" dirty="0">
              <a:latin typeface="Arial"/>
            </a:endParaRPr>
          </a:p>
          <a:p>
            <a:pPr marL="343080" indent="-343080">
              <a:lnSpc>
                <a:spcPct val="150000"/>
              </a:lnSpc>
              <a:spcBef>
                <a:spcPts val="541"/>
              </a:spcBef>
              <a:spcAft>
                <a:spcPts val="1199"/>
              </a:spcAft>
              <a:buClr>
                <a:srgbClr val="808080"/>
              </a:buClr>
              <a:buFont typeface="+mj-lt"/>
              <a:buAutoNum type="arabicPeriod" startAt="8"/>
            </a:pPr>
            <a:r>
              <a:rPr lang="en-US" sz="1800" b="0" strike="noStrike" spc="-1" dirty="0">
                <a:solidFill>
                  <a:srgbClr val="808080"/>
                </a:solidFill>
                <a:latin typeface="Segoe UI"/>
              </a:rPr>
              <a:t>Executing command</a:t>
            </a:r>
            <a:endParaRPr lang="en-US" sz="1800" b="0" strike="noStrike" spc="-1" dirty="0">
              <a:latin typeface="Arial"/>
            </a:endParaRPr>
          </a:p>
          <a:p>
            <a:pPr marL="343080" indent="-343080">
              <a:lnSpc>
                <a:spcPct val="150000"/>
              </a:lnSpc>
              <a:spcBef>
                <a:spcPts val="541"/>
              </a:spcBef>
              <a:spcAft>
                <a:spcPts val="1199"/>
              </a:spcAft>
              <a:buClr>
                <a:srgbClr val="808080"/>
              </a:buClr>
              <a:buFont typeface="+mj-lt"/>
              <a:buAutoNum type="arabicPeriod" startAt="8"/>
            </a:pPr>
            <a:r>
              <a:rPr lang="en-US" sz="1800" b="0" strike="noStrike" spc="-1" dirty="0">
                <a:solidFill>
                  <a:srgbClr val="808080"/>
                </a:solidFill>
                <a:latin typeface="Segoe UI"/>
              </a:rPr>
              <a:t>Container management</a:t>
            </a:r>
            <a:endParaRPr lang="en-US" sz="1800" b="0" strike="noStrike" spc="-1" dirty="0">
              <a:latin typeface="Arial"/>
            </a:endParaRPr>
          </a:p>
        </p:txBody>
      </p:sp>
      <p:sp>
        <p:nvSpPr>
          <p:cNvPr id="4" name="PlaceHolder 3"/>
          <p:cNvSpPr>
            <a:spLocks noGrp="1"/>
          </p:cNvSpPr>
          <p:nvPr>
            <p:ph type="sldNum" idx="5"/>
          </p:nvPr>
        </p:nvSpPr>
        <p:spPr/>
        <p:txBody>
          <a:bodyPr/>
          <a:lstStyle/>
          <a:p>
            <a:fld id="{B63E3B3B-4A67-41B5-AE7B-C4F05DC33A3B}" type="slidenum">
              <a:t>3</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Contents</a:t>
            </a:r>
            <a:endParaRPr lang="en-US" sz="3600" b="0" strike="noStrike" spc="-1">
              <a:latin typeface="Arial"/>
            </a:endParaRPr>
          </a:p>
        </p:txBody>
      </p:sp>
      <p:sp>
        <p:nvSpPr>
          <p:cNvPr id="98" name="PlaceHolder 2"/>
          <p:cNvSpPr>
            <a:spLocks noGrp="1"/>
          </p:cNvSpPr>
          <p:nvPr>
            <p:ph/>
          </p:nvPr>
        </p:nvSpPr>
        <p:spPr>
          <a:xfrm>
            <a:off x="604440" y="1560960"/>
            <a:ext cx="10514880" cy="4060080"/>
          </a:xfrm>
          <a:prstGeom prst="rect">
            <a:avLst/>
          </a:prstGeom>
          <a:noFill/>
          <a:ln w="0">
            <a:noFill/>
          </a:ln>
        </p:spPr>
        <p:txBody>
          <a:bodyPr lIns="90000" tIns="45000" rIns="90000" bIns="45000" anchor="t">
            <a:noAutofit/>
          </a:bodyPr>
          <a:lstStyle/>
          <a:p>
            <a:pPr marL="343080" indent="-343080">
              <a:lnSpc>
                <a:spcPct val="150000"/>
              </a:lnSpc>
              <a:spcBef>
                <a:spcPts val="541"/>
              </a:spcBef>
              <a:spcAft>
                <a:spcPts val="1199"/>
              </a:spcAft>
              <a:buClr>
                <a:srgbClr val="808080"/>
              </a:buClr>
              <a:buFont typeface="+mj-lt"/>
              <a:buAutoNum type="arabicPeriod" startAt="15"/>
            </a:pPr>
            <a:r>
              <a:rPr lang="en-US" sz="1800" b="0" strike="noStrike" spc="-1" dirty="0">
                <a:solidFill>
                  <a:srgbClr val="808080"/>
                </a:solidFill>
                <a:latin typeface="Segoe UI"/>
              </a:rPr>
              <a:t>Persistent </a:t>
            </a:r>
            <a:r>
              <a:rPr lang="en-US" sz="1800" b="0" strike="noStrike" spc="-1" dirty="0" smtClean="0">
                <a:solidFill>
                  <a:srgbClr val="808080"/>
                </a:solidFill>
                <a:latin typeface="Segoe UI"/>
              </a:rPr>
              <a:t>storage</a:t>
            </a:r>
          </a:p>
          <a:p>
            <a:pPr marL="343080" indent="-343080">
              <a:lnSpc>
                <a:spcPct val="150000"/>
              </a:lnSpc>
              <a:spcBef>
                <a:spcPts val="541"/>
              </a:spcBef>
              <a:spcAft>
                <a:spcPts val="1199"/>
              </a:spcAft>
              <a:buClr>
                <a:srgbClr val="808080"/>
              </a:buClr>
              <a:buFont typeface="+mj-lt"/>
              <a:buAutoNum type="arabicPeriod" startAt="15"/>
            </a:pPr>
            <a:r>
              <a:rPr lang="en-US" sz="1800" spc="-1" dirty="0" smtClean="0">
                <a:solidFill>
                  <a:srgbClr val="808080"/>
                </a:solidFill>
                <a:latin typeface="Segoe UI"/>
              </a:rPr>
              <a:t>Start a </a:t>
            </a:r>
            <a:r>
              <a:rPr lang="en-US" sz="1800" spc="-1" dirty="0" err="1" smtClean="0">
                <a:solidFill>
                  <a:srgbClr val="808080"/>
                </a:solidFill>
                <a:latin typeface="Segoe UI"/>
              </a:rPr>
              <a:t>wordpress</a:t>
            </a:r>
            <a:r>
              <a:rPr lang="en-US" sz="1800" spc="-1" dirty="0" smtClean="0">
                <a:solidFill>
                  <a:srgbClr val="808080"/>
                </a:solidFill>
                <a:latin typeface="Segoe UI"/>
              </a:rPr>
              <a:t> environment</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startAt="15"/>
            </a:pPr>
            <a:r>
              <a:rPr lang="en-US" sz="1800" b="0" strike="noStrike" spc="-1" dirty="0">
                <a:solidFill>
                  <a:srgbClr val="808080"/>
                </a:solidFill>
                <a:latin typeface="Segoe UI"/>
              </a:rPr>
              <a:t>Logs and monitoring</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startAt="15"/>
            </a:pPr>
            <a:r>
              <a:rPr lang="en-US" sz="1800" b="0" strike="noStrike" spc="-1" dirty="0">
                <a:solidFill>
                  <a:srgbClr val="808080"/>
                </a:solidFill>
                <a:latin typeface="Segoe UI"/>
              </a:rPr>
              <a:t>Docker compose</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startAt="15"/>
            </a:pPr>
            <a:r>
              <a:rPr lang="en-US" sz="1800" b="0" strike="noStrike" spc="-1" dirty="0">
                <a:solidFill>
                  <a:srgbClr val="808080"/>
                </a:solidFill>
                <a:latin typeface="Segoe UI"/>
              </a:rPr>
              <a:t>Image </a:t>
            </a:r>
            <a:r>
              <a:rPr lang="en-US" sz="1800" b="0" strike="noStrike" spc="-1" dirty="0" smtClean="0">
                <a:solidFill>
                  <a:srgbClr val="808080"/>
                </a:solidFill>
                <a:latin typeface="Segoe UI"/>
              </a:rPr>
              <a:t>management</a:t>
            </a:r>
          </a:p>
          <a:p>
            <a:pPr marL="343080" indent="-343080">
              <a:lnSpc>
                <a:spcPct val="150000"/>
              </a:lnSpc>
              <a:spcBef>
                <a:spcPts val="541"/>
              </a:spcBef>
              <a:spcAft>
                <a:spcPts val="1199"/>
              </a:spcAft>
              <a:buClr>
                <a:srgbClr val="808080"/>
              </a:buClr>
              <a:buFont typeface="Segoe UI Light"/>
              <a:buAutoNum type="arabicPeriod" startAt="15"/>
            </a:pPr>
            <a:r>
              <a:rPr lang="en-US" sz="1800" spc="-1" dirty="0" smtClean="0">
                <a:solidFill>
                  <a:srgbClr val="808080"/>
                </a:solidFill>
                <a:latin typeface="Segoe UI"/>
              </a:rPr>
              <a:t>CI/CD Pipelines and </a:t>
            </a:r>
            <a:r>
              <a:rPr lang="en-US" sz="1800" spc="-1" dirty="0" err="1" smtClean="0">
                <a:solidFill>
                  <a:srgbClr val="808080"/>
                </a:solidFill>
                <a:latin typeface="Segoe UI"/>
              </a:rPr>
              <a:t>docker</a:t>
            </a:r>
            <a:endParaRPr lang="en-US" sz="1800" b="0" strike="noStrike" spc="-1" dirty="0">
              <a:latin typeface="Arial"/>
            </a:endParaRPr>
          </a:p>
          <a:p>
            <a:pPr marL="343080" indent="-343080">
              <a:lnSpc>
                <a:spcPct val="150000"/>
              </a:lnSpc>
              <a:spcBef>
                <a:spcPts val="541"/>
              </a:spcBef>
              <a:spcAft>
                <a:spcPts val="1199"/>
              </a:spcAft>
              <a:buClr>
                <a:srgbClr val="808080"/>
              </a:buClr>
              <a:buFont typeface="Segoe UI Light"/>
              <a:buAutoNum type="arabicPeriod" startAt="15"/>
            </a:pPr>
            <a:r>
              <a:rPr lang="en-US" sz="1800" b="0" strike="noStrike" spc="-1" dirty="0">
                <a:solidFill>
                  <a:srgbClr val="808080"/>
                </a:solidFill>
                <a:latin typeface="Segoe UI"/>
              </a:rPr>
              <a:t>Backup and Restore.</a:t>
            </a:r>
            <a:endParaRPr lang="en-US" sz="1800" b="0" strike="noStrike" spc="-1" dirty="0">
              <a:latin typeface="Arial"/>
            </a:endParaRPr>
          </a:p>
        </p:txBody>
      </p:sp>
      <p:sp>
        <p:nvSpPr>
          <p:cNvPr id="4" name="PlaceHolder 3"/>
          <p:cNvSpPr>
            <a:spLocks noGrp="1"/>
          </p:cNvSpPr>
          <p:nvPr>
            <p:ph type="sldNum" idx="5"/>
          </p:nvPr>
        </p:nvSpPr>
        <p:spPr/>
        <p:txBody>
          <a:bodyPr/>
          <a:lstStyle/>
          <a:p>
            <a:fld id="{9858C733-F6FC-4F3C-B1B5-75509E5B4729}" type="slidenum">
              <a:t>4</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pPr>
            <a:r>
              <a:rPr lang="en-US" sz="3600" b="0" strike="noStrike" spc="-1" dirty="0" smtClean="0">
                <a:solidFill>
                  <a:srgbClr val="FFFFFF"/>
                </a:solidFill>
                <a:latin typeface="Segoe UI Light"/>
              </a:rPr>
              <a:t>Fundamental of </a:t>
            </a:r>
            <a:r>
              <a:rPr lang="en-US" sz="3600" b="0" strike="noStrike" spc="-1" dirty="0" err="1" smtClean="0">
                <a:solidFill>
                  <a:srgbClr val="FFFFFF"/>
                </a:solidFill>
                <a:latin typeface="Segoe UI Light"/>
              </a:rPr>
              <a:t>docker</a:t>
            </a:r>
            <a:r>
              <a:rPr lang="en-US" sz="3600" b="0" strike="noStrike" spc="-1" dirty="0" smtClean="0">
                <a:solidFill>
                  <a:srgbClr val="FFFFFF"/>
                </a:solidFill>
                <a:latin typeface="Segoe UI Light"/>
              </a:rPr>
              <a:t> </a:t>
            </a:r>
            <a:br>
              <a:rPr lang="en-US" sz="3600" b="0" strike="noStrike" spc="-1" dirty="0" smtClean="0">
                <a:solidFill>
                  <a:srgbClr val="FFFFFF"/>
                </a:solidFill>
                <a:latin typeface="Segoe UI Light"/>
              </a:rPr>
            </a:br>
            <a:r>
              <a:rPr lang="en-US" sz="3600" b="0" strike="noStrike" spc="-1" dirty="0" smtClean="0">
                <a:solidFill>
                  <a:srgbClr val="FFFFFF"/>
                </a:solidFill>
                <a:latin typeface="Segoe UI Light"/>
              </a:rPr>
              <a:t>Docker logo</a:t>
            </a:r>
            <a:endParaRPr lang="en-US" sz="3600" b="0" strike="noStrike" spc="-1" dirty="0">
              <a:latin typeface="Arial"/>
            </a:endParaRPr>
          </a:p>
        </p:txBody>
      </p:sp>
      <p:sp>
        <p:nvSpPr>
          <p:cNvPr id="3" name="PlaceHolder 2"/>
          <p:cNvSpPr>
            <a:spLocks noGrp="1"/>
          </p:cNvSpPr>
          <p:nvPr>
            <p:ph type="sldNum" idx="5"/>
          </p:nvPr>
        </p:nvSpPr>
        <p:spPr/>
        <p:txBody>
          <a:bodyPr/>
          <a:lstStyle/>
          <a:p>
            <a:fld id="{438C2B0C-387A-4FF1-AC83-4D2CD9D7E748}" type="slidenum">
              <a:t>5</a:t>
            </a:fld>
            <a:endParaRPr/>
          </a:p>
        </p:txBody>
      </p:sp>
      <p:pic>
        <p:nvPicPr>
          <p:cNvPr id="1030" name="Picture 6" descr="Docker Logo, symbol, meaning, history, PNG, bran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52775" y="2004413"/>
            <a:ext cx="5280026" cy="295681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4091003" y="5289542"/>
            <a:ext cx="3775393" cy="369332"/>
          </a:xfrm>
          <a:prstGeom prst="rect">
            <a:avLst/>
          </a:prstGeom>
        </p:spPr>
        <p:txBody>
          <a:bodyPr wrap="none">
            <a:spAutoFit/>
          </a:bodyPr>
          <a:lstStyle/>
          <a:p>
            <a:r>
              <a:rPr lang="en-US" dirty="0" smtClean="0"/>
              <a:t>https://logos-world.net/docker-logo/</a:t>
            </a:r>
            <a:endParaRPr lang="en-US" dirty="0"/>
          </a:p>
        </p:txBody>
      </p:sp>
    </p:spTree>
    <p:extLst>
      <p:ext uri="{BB962C8B-B14F-4D97-AF65-F5344CB8AC3E}">
        <p14:creationId xmlns:p14="http://schemas.microsoft.com/office/powerpoint/2010/main" val="4033783997"/>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pPr>
            <a:r>
              <a:rPr lang="en-US" sz="3600" b="0" strike="noStrike" spc="-1" dirty="0" smtClean="0">
                <a:solidFill>
                  <a:srgbClr val="FFFFFF"/>
                </a:solidFill>
                <a:latin typeface="Segoe UI Light"/>
              </a:rPr>
              <a:t>Fundamental of </a:t>
            </a:r>
            <a:r>
              <a:rPr lang="en-US" sz="3600" b="0" strike="noStrike" spc="-1" dirty="0" err="1" smtClean="0">
                <a:solidFill>
                  <a:srgbClr val="FFFFFF"/>
                </a:solidFill>
                <a:latin typeface="Segoe UI Light"/>
              </a:rPr>
              <a:t>docker</a:t>
            </a:r>
            <a:r>
              <a:rPr lang="en-US" sz="3600" b="0" strike="noStrike" spc="-1" dirty="0" smtClean="0">
                <a:solidFill>
                  <a:srgbClr val="FFFFFF"/>
                </a:solidFill>
                <a:latin typeface="Segoe UI Light"/>
              </a:rPr>
              <a:t> </a:t>
            </a:r>
            <a:br>
              <a:rPr lang="en-US" sz="3600" b="0" strike="noStrike" spc="-1" dirty="0" smtClean="0">
                <a:solidFill>
                  <a:srgbClr val="FFFFFF"/>
                </a:solidFill>
                <a:latin typeface="Segoe UI Light"/>
              </a:rPr>
            </a:br>
            <a:r>
              <a:rPr lang="en-US" sz="3600" b="0" strike="noStrike" spc="-1" dirty="0" smtClean="0">
                <a:solidFill>
                  <a:srgbClr val="FFFFFF"/>
                </a:solidFill>
                <a:latin typeface="Segoe UI Light"/>
              </a:rPr>
              <a:t>O/S </a:t>
            </a:r>
            <a:r>
              <a:rPr lang="en-US" sz="3600" b="0" strike="noStrike" spc="-1" dirty="0">
                <a:solidFill>
                  <a:srgbClr val="FFFFFF"/>
                </a:solidFill>
                <a:latin typeface="Segoe UI Light"/>
              </a:rPr>
              <a:t>Virtualization</a:t>
            </a:r>
            <a:endParaRPr lang="en-US" sz="3600" b="0" strike="noStrike" spc="-1" dirty="0">
              <a:latin typeface="Arial"/>
            </a:endParaRPr>
          </a:p>
        </p:txBody>
      </p:sp>
      <p:pic>
        <p:nvPicPr>
          <p:cNvPr id="100" name="Picture 5"/>
          <p:cNvPicPr/>
          <p:nvPr/>
        </p:nvPicPr>
        <p:blipFill>
          <a:blip r:embed="rId3"/>
          <a:stretch/>
        </p:blipFill>
        <p:spPr>
          <a:xfrm>
            <a:off x="943560" y="1564560"/>
            <a:ext cx="9813240" cy="4320720"/>
          </a:xfrm>
          <a:prstGeom prst="rect">
            <a:avLst/>
          </a:prstGeom>
          <a:ln w="0">
            <a:noFill/>
          </a:ln>
        </p:spPr>
      </p:pic>
      <p:sp>
        <p:nvSpPr>
          <p:cNvPr id="101" name="TextBox 6"/>
          <p:cNvSpPr/>
          <p:nvPr/>
        </p:nvSpPr>
        <p:spPr>
          <a:xfrm>
            <a:off x="3927240" y="6057000"/>
            <a:ext cx="31406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Segoe UI"/>
                <a:ea typeface="DejaVu Sans"/>
              </a:rPr>
              <a:t>levelup.gitconnected.com</a:t>
            </a:r>
            <a:endParaRPr lang="en-US" sz="1800" b="0" strike="noStrike" spc="-1">
              <a:latin typeface="Arial"/>
            </a:endParaRPr>
          </a:p>
        </p:txBody>
      </p:sp>
      <p:sp>
        <p:nvSpPr>
          <p:cNvPr id="3" name="PlaceHolder 2"/>
          <p:cNvSpPr>
            <a:spLocks noGrp="1"/>
          </p:cNvSpPr>
          <p:nvPr>
            <p:ph type="sldNum" idx="5"/>
          </p:nvPr>
        </p:nvSpPr>
        <p:spPr/>
        <p:txBody>
          <a:bodyPr/>
          <a:lstStyle/>
          <a:p>
            <a:fld id="{438C2B0C-387A-4FF1-AC83-4D2CD9D7E748}" type="slidenum">
              <a:t>6</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a:solidFill>
                  <a:srgbClr val="FFFFFF"/>
                </a:solidFill>
                <a:latin typeface="Segoe UI Light"/>
              </a:rPr>
              <a:t>Fundamental of </a:t>
            </a:r>
            <a:r>
              <a:rPr lang="en-US" sz="3600" b="0" strike="noStrike" spc="-1" dirty="0" err="1">
                <a:solidFill>
                  <a:srgbClr val="FFFFFF"/>
                </a:solidFill>
                <a:latin typeface="Segoe UI Light"/>
              </a:rPr>
              <a:t>docker</a:t>
            </a:r>
            <a:endParaRPr lang="en-US" sz="3600" b="0" strike="noStrike" spc="-1" dirty="0">
              <a:latin typeface="Arial"/>
            </a:endParaRPr>
          </a:p>
        </p:txBody>
      </p:sp>
      <p:sp>
        <p:nvSpPr>
          <p:cNvPr id="103" name="PlaceHolder 2"/>
          <p:cNvSpPr>
            <a:spLocks noGrp="1"/>
          </p:cNvSpPr>
          <p:nvPr>
            <p:ph/>
          </p:nvPr>
        </p:nvSpPr>
        <p:spPr>
          <a:xfrm>
            <a:off x="854640" y="2070720"/>
            <a:ext cx="10631160" cy="4350600"/>
          </a:xfrm>
          <a:prstGeom prst="rect">
            <a:avLst/>
          </a:prstGeom>
          <a:noFill/>
          <a:ln w="0">
            <a:noFill/>
          </a:ln>
        </p:spPr>
        <p:txBody>
          <a:bodyPr lIns="90000" tIns="45000" rIns="90000" bIns="45000" anchor="t">
            <a:normAutofit/>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What is docker?</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Set of services  and tools help running and managing containers.</a:t>
            </a:r>
            <a:endParaRPr lang="en-US" sz="22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What is container?</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Unit of s/w that packages up libraries, code and dependencies to run the application quickly, and reliable from one system to another. The container is a temporary, or ephemeral.</a:t>
            </a:r>
            <a:endParaRPr lang="en-US" sz="2200" b="0" strike="noStrike" spc="-1">
              <a:latin typeface="Arial"/>
            </a:endParaRPr>
          </a:p>
        </p:txBody>
      </p:sp>
      <p:sp>
        <p:nvSpPr>
          <p:cNvPr id="4" name="PlaceHolder 3"/>
          <p:cNvSpPr>
            <a:spLocks noGrp="1"/>
          </p:cNvSpPr>
          <p:nvPr>
            <p:ph type="sldNum" idx="5"/>
          </p:nvPr>
        </p:nvSpPr>
        <p:spPr/>
        <p:txBody>
          <a:bodyPr/>
          <a:lstStyle/>
          <a:p>
            <a:fld id="{A530C55C-FD88-49E6-8A31-5A68E0C3694C}" type="slidenum">
              <a:t>7</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Fundamental of docker</a:t>
            </a:r>
            <a:endParaRPr lang="en-US" sz="3600" b="0" strike="noStrike" spc="-1">
              <a:latin typeface="Arial"/>
            </a:endParaRPr>
          </a:p>
        </p:txBody>
      </p:sp>
      <p:sp>
        <p:nvSpPr>
          <p:cNvPr id="105" name="PlaceHolder 2"/>
          <p:cNvSpPr>
            <a:spLocks noGrp="1"/>
          </p:cNvSpPr>
          <p:nvPr>
            <p:ph/>
          </p:nvPr>
        </p:nvSpPr>
        <p:spPr>
          <a:xfrm>
            <a:off x="854640" y="2070720"/>
            <a:ext cx="10631160" cy="4350600"/>
          </a:xfrm>
          <a:prstGeom prst="rect">
            <a:avLst/>
          </a:prstGeom>
          <a:noFill/>
          <a:ln w="0">
            <a:noFill/>
          </a:ln>
        </p:spPr>
        <p:txBody>
          <a:bodyPr lIns="90000" tIns="45000" rIns="90000" bIns="45000" anchor="t">
            <a:normAutofit lnSpcReduction="10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What included in container?</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System libraries</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Programming language runtimes</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Programming language libraries.</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Configuration settings.</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Static data files.</a:t>
            </a:r>
            <a:endParaRPr lang="en-US" sz="2200" b="0" strike="noStrike" spc="-1">
              <a:latin typeface="Arial"/>
            </a:endParaRPr>
          </a:p>
        </p:txBody>
      </p:sp>
      <p:sp>
        <p:nvSpPr>
          <p:cNvPr id="4" name="PlaceHolder 3"/>
          <p:cNvSpPr>
            <a:spLocks noGrp="1"/>
          </p:cNvSpPr>
          <p:nvPr>
            <p:ph type="sldNum" idx="5"/>
          </p:nvPr>
        </p:nvSpPr>
        <p:spPr/>
        <p:txBody>
          <a:bodyPr/>
          <a:lstStyle/>
          <a:p>
            <a:fld id="{10C9B893-5F0F-46A0-B6EB-5894EE5BE9CB}" type="slidenum">
              <a:t>8</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Container at a scale</a:t>
            </a:r>
            <a:endParaRPr lang="en-US" sz="3600" b="0" strike="noStrike" spc="-1">
              <a:latin typeface="Arial"/>
            </a:endParaRPr>
          </a:p>
        </p:txBody>
      </p:sp>
      <p:sp>
        <p:nvSpPr>
          <p:cNvPr id="107" name="PlaceHolder 2"/>
          <p:cNvSpPr>
            <a:spLocks noGrp="1"/>
          </p:cNvSpPr>
          <p:nvPr>
            <p:ph/>
          </p:nvPr>
        </p:nvSpPr>
        <p:spPr>
          <a:xfrm>
            <a:off x="780120" y="1748880"/>
            <a:ext cx="10631160" cy="4350600"/>
          </a:xfrm>
          <a:prstGeom prst="rect">
            <a:avLst/>
          </a:prstGeom>
          <a:noFill/>
          <a:ln w="0">
            <a:noFill/>
          </a:ln>
        </p:spPr>
        <p:txBody>
          <a:bodyPr lIns="90000" tIns="45000" rIns="90000" bIns="45000" anchor="t">
            <a:normAutofit fontScale="97500"/>
          </a:bodyPr>
          <a:lstStyle/>
          <a:p>
            <a:pPr marL="285840"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The platform must ensure availability of container.</a:t>
            </a:r>
            <a:endParaRPr lang="en-US" sz="2200" b="0" strike="noStrike" spc="-1" dirty="0">
              <a:latin typeface="Arial"/>
            </a:endParaRPr>
          </a:p>
          <a:p>
            <a:pPr marL="285840"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Must respond to application spikes by increasing/decreasing the running containers. </a:t>
            </a:r>
            <a:endParaRPr lang="en-US" sz="2200" b="0" strike="noStrike" spc="-1" dirty="0">
              <a:latin typeface="Arial"/>
            </a:endParaRPr>
          </a:p>
          <a:p>
            <a:pPr marL="285840"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Use a load balancing techniques.</a:t>
            </a:r>
            <a:endParaRPr lang="en-US" sz="2200" b="0" strike="noStrike" spc="-1" dirty="0">
              <a:latin typeface="Arial"/>
            </a:endParaRPr>
          </a:p>
          <a:p>
            <a:pPr marL="285840"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React according to failure of container, or container host.</a:t>
            </a:r>
            <a:endParaRPr lang="en-US" sz="2200" b="0" strike="noStrike" spc="-1" dirty="0">
              <a:latin typeface="Arial"/>
            </a:endParaRPr>
          </a:p>
          <a:p>
            <a:pPr marL="285840"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Automated workflow to deliver new application in transparent and secure way.</a:t>
            </a:r>
            <a:endParaRPr lang="en-US" sz="2200" b="0" strike="noStrike" spc="-1" dirty="0">
              <a:latin typeface="Arial"/>
            </a:endParaRPr>
          </a:p>
          <a:p>
            <a:pPr marL="285840"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Kubernetes is an orchestration layer.</a:t>
            </a:r>
            <a:endParaRPr lang="en-US" sz="2200" b="0" strike="noStrike" spc="-1" dirty="0">
              <a:latin typeface="Arial"/>
            </a:endParaRPr>
          </a:p>
          <a:p>
            <a:pPr>
              <a:lnSpc>
                <a:spcPct val="150000"/>
              </a:lnSpc>
              <a:spcBef>
                <a:spcPts val="660"/>
              </a:spcBef>
              <a:spcAft>
                <a:spcPts val="1199"/>
              </a:spcAft>
              <a:buNone/>
            </a:pPr>
            <a:endParaRPr lang="en-US" sz="2200" b="0" strike="noStrike" spc="-1" dirty="0">
              <a:latin typeface="Arial"/>
            </a:endParaRPr>
          </a:p>
        </p:txBody>
      </p:sp>
      <p:sp>
        <p:nvSpPr>
          <p:cNvPr id="4" name="PlaceHolder 3"/>
          <p:cNvSpPr>
            <a:spLocks noGrp="1"/>
          </p:cNvSpPr>
          <p:nvPr>
            <p:ph type="sldNum" idx="5"/>
          </p:nvPr>
        </p:nvSpPr>
        <p:spPr/>
        <p:txBody>
          <a:bodyPr/>
          <a:lstStyle/>
          <a:p>
            <a:fld id="{DB1FE262-7643-4A63-8C91-0A48AE8BF2C3}" type="slidenum">
              <a:t>9</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Benefits of docker</a:t>
            </a:r>
            <a:endParaRPr lang="en-US" sz="3600" b="0" strike="noStrike" spc="-1">
              <a:latin typeface="Arial"/>
            </a:endParaRPr>
          </a:p>
        </p:txBody>
      </p:sp>
      <p:graphicFrame>
        <p:nvGraphicFramePr>
          <p:cNvPr id="109" name="Table 3"/>
          <p:cNvGraphicFramePr/>
          <p:nvPr/>
        </p:nvGraphicFramePr>
        <p:xfrm>
          <a:off x="209160" y="1811160"/>
          <a:ext cx="11539800" cy="5021640"/>
        </p:xfrm>
        <a:graphic>
          <a:graphicData uri="http://schemas.openxmlformats.org/drawingml/2006/table">
            <a:tbl>
              <a:tblPr/>
              <a:tblGrid>
                <a:gridCol w="4281120"/>
                <a:gridCol w="7258680"/>
              </a:tblGrid>
              <a:tr h="370800">
                <a:tc>
                  <a:txBody>
                    <a:bodyPr/>
                    <a:lstStyle/>
                    <a:p>
                      <a:pPr>
                        <a:lnSpc>
                          <a:spcPct val="100000"/>
                        </a:lnSpc>
                        <a:buNone/>
                      </a:pPr>
                      <a:r>
                        <a:rPr lang="en-US" sz="1800" b="1" strike="noStrike" spc="-1">
                          <a:solidFill>
                            <a:srgbClr val="FFFFFF"/>
                          </a:solidFill>
                          <a:latin typeface="Segoe UI"/>
                        </a:rPr>
                        <a:t>Main benefits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5B9BD5"/>
                    </a:solidFill>
                  </a:tcPr>
                </a:tc>
                <a:tc>
                  <a:txBody>
                    <a:bodyPr/>
                    <a:lstStyle/>
                    <a:p>
                      <a:endParaRPr lang="en-US"/>
                    </a:p>
                  </a:txBody>
                  <a:tcPr>
                    <a:lnL w="12240">
                      <a:solidFill>
                        <a:srgbClr val="FFFFFF"/>
                      </a:solidFill>
                    </a:lnL>
                    <a:lnR w="12240">
                      <a:solidFill>
                        <a:srgbClr val="FFFFFF"/>
                      </a:solidFill>
                    </a:lnR>
                    <a:lnT w="12240">
                      <a:solidFill>
                        <a:srgbClr val="FFFFFF"/>
                      </a:solidFill>
                    </a:lnT>
                    <a:lnB w="38160">
                      <a:solidFill>
                        <a:srgbClr val="FFFFFF"/>
                      </a:solidFill>
                    </a:lnB>
                    <a:solidFill>
                      <a:srgbClr val="5B9BD5"/>
                    </a:solidFill>
                  </a:tcPr>
                </a:tc>
              </a:tr>
              <a:tr h="887760">
                <a:tc>
                  <a:txBody>
                    <a:bodyPr/>
                    <a:lstStyle/>
                    <a:p>
                      <a:pPr>
                        <a:lnSpc>
                          <a:spcPct val="100000"/>
                        </a:lnSpc>
                        <a:buNone/>
                      </a:pPr>
                      <a:r>
                        <a:rPr lang="en-US" sz="1800" b="0" strike="noStrike" spc="-1">
                          <a:solidFill>
                            <a:srgbClr val="000000"/>
                          </a:solidFill>
                          <a:latin typeface="Segoe UI"/>
                        </a:rPr>
                        <a:t>More efficient use of system resources</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1DEEF"/>
                    </a:solidFill>
                  </a:tcPr>
                </a:tc>
                <a:tc>
                  <a:txBody>
                    <a:bodyPr/>
                    <a:lstStyle/>
                    <a:p>
                      <a:pPr marL="285840" indent="-285840">
                        <a:lnSpc>
                          <a:spcPct val="100000"/>
                        </a:lnSpc>
                        <a:buClr>
                          <a:srgbClr val="000000"/>
                        </a:buClr>
                        <a:buFont typeface="Arial"/>
                        <a:buChar char="•"/>
                      </a:pPr>
                      <a:r>
                        <a:rPr lang="en-US" sz="1800" b="0" strike="noStrike" spc="-1">
                          <a:solidFill>
                            <a:srgbClr val="000000"/>
                          </a:solidFill>
                          <a:latin typeface="Segoe UI"/>
                        </a:rPr>
                        <a:t>Less memory than VM</a:t>
                      </a:r>
                      <a:endParaRPr lang="en-US" sz="1800" b="0" strike="noStrike" spc="-1">
                        <a:latin typeface="Arial"/>
                      </a:endParaRPr>
                    </a:p>
                    <a:p>
                      <a:pPr marL="285840" indent="-285840">
                        <a:lnSpc>
                          <a:spcPct val="100000"/>
                        </a:lnSpc>
                        <a:buClr>
                          <a:srgbClr val="000000"/>
                        </a:buClr>
                        <a:buFont typeface="Arial"/>
                        <a:buChar char="•"/>
                      </a:pPr>
                      <a:r>
                        <a:rPr lang="en-US" sz="1800" b="0" strike="noStrike" spc="-1">
                          <a:solidFill>
                            <a:srgbClr val="000000"/>
                          </a:solidFill>
                          <a:latin typeface="Segoe UI"/>
                        </a:rPr>
                        <a:t>Saves costs of s/w licenses.</a:t>
                      </a:r>
                      <a:endParaRPr lang="en-US" sz="1800" b="0" strike="noStrike" spc="-1">
                        <a:latin typeface="Arial"/>
                      </a:endParaRPr>
                    </a:p>
                    <a:p>
                      <a:pPr marL="285840" indent="-285840">
                        <a:lnSpc>
                          <a:spcPct val="100000"/>
                        </a:lnSpc>
                        <a:buClr>
                          <a:srgbClr val="000000"/>
                        </a:buClr>
                        <a:buFont typeface="Arial"/>
                        <a:buChar char="•"/>
                      </a:pPr>
                      <a:r>
                        <a:rPr lang="en-US" sz="1800" b="0" strike="noStrike" spc="-1">
                          <a:solidFill>
                            <a:srgbClr val="000000"/>
                          </a:solidFill>
                          <a:latin typeface="Segoe UI"/>
                        </a:rPr>
                        <a:t>Process isolation.</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1DEEF"/>
                    </a:solidFill>
                  </a:tcPr>
                </a:tc>
              </a:tr>
              <a:tr h="1153080">
                <a:tc>
                  <a:txBody>
                    <a:bodyPr/>
                    <a:lstStyle/>
                    <a:p>
                      <a:pPr>
                        <a:lnSpc>
                          <a:spcPct val="100000"/>
                        </a:lnSpc>
                        <a:buNone/>
                      </a:pPr>
                      <a:r>
                        <a:rPr lang="en-US" sz="1800" b="0" strike="noStrike" spc="-1">
                          <a:solidFill>
                            <a:srgbClr val="000000"/>
                          </a:solidFill>
                          <a:latin typeface="Segoe UI"/>
                        </a:rPr>
                        <a:t>Faster software delivery cycles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c>
                  <a:txBody>
                    <a:bodyPr/>
                    <a:lstStyle/>
                    <a:p>
                      <a:pPr marL="285840" indent="-285840">
                        <a:lnSpc>
                          <a:spcPct val="100000"/>
                        </a:lnSpc>
                        <a:buClr>
                          <a:srgbClr val="000000"/>
                        </a:buClr>
                        <a:buFont typeface="Arial"/>
                        <a:buChar char="•"/>
                      </a:pPr>
                      <a:r>
                        <a:rPr lang="en-US" sz="1800" b="0" strike="noStrike" spc="-1">
                          <a:solidFill>
                            <a:srgbClr val="000000"/>
                          </a:solidFill>
                          <a:latin typeface="Segoe UI"/>
                        </a:rPr>
                        <a:t>Easy scaling to meet demand</a:t>
                      </a:r>
                      <a:endParaRPr lang="en-US" sz="1800" b="0" strike="noStrike" spc="-1">
                        <a:latin typeface="Arial"/>
                      </a:endParaRPr>
                    </a:p>
                    <a:p>
                      <a:pPr marL="285840" indent="-285840">
                        <a:lnSpc>
                          <a:spcPct val="100000"/>
                        </a:lnSpc>
                        <a:buClr>
                          <a:srgbClr val="000000"/>
                        </a:buClr>
                        <a:buFont typeface="Arial"/>
                        <a:buChar char="•"/>
                      </a:pPr>
                      <a:r>
                        <a:rPr lang="en-US" sz="1800" b="0" strike="noStrike" spc="-1">
                          <a:solidFill>
                            <a:srgbClr val="000000"/>
                          </a:solidFill>
                          <a:latin typeface="Segoe UI"/>
                        </a:rPr>
                        <a:t>Easy to put new versions of s/w</a:t>
                      </a:r>
                      <a:endParaRPr lang="en-US" sz="1800" b="0" strike="noStrike" spc="-1">
                        <a:latin typeface="Arial"/>
                      </a:endParaRPr>
                    </a:p>
                    <a:p>
                      <a:pPr marL="285840" indent="-285840">
                        <a:lnSpc>
                          <a:spcPct val="100000"/>
                        </a:lnSpc>
                        <a:buClr>
                          <a:srgbClr val="000000"/>
                        </a:buClr>
                        <a:buFont typeface="Arial"/>
                        <a:buChar char="•"/>
                      </a:pPr>
                      <a:r>
                        <a:rPr lang="en-US" sz="1800" b="0" strike="noStrike" spc="-1">
                          <a:solidFill>
                            <a:srgbClr val="000000"/>
                          </a:solidFill>
                          <a:latin typeface="Segoe UI"/>
                        </a:rPr>
                        <a:t>Quickly roll-back to previous version</a:t>
                      </a:r>
                      <a:endParaRPr lang="en-US" sz="1800" b="0" strike="noStrike" spc="-1">
                        <a:latin typeface="Arial"/>
                      </a:endParaRPr>
                    </a:p>
                    <a:p>
                      <a:pPr marL="285840" indent="-285840">
                        <a:lnSpc>
                          <a:spcPct val="100000"/>
                        </a:lnSpc>
                        <a:buClr>
                          <a:srgbClr val="000000"/>
                        </a:buClr>
                        <a:buFont typeface="Arial"/>
                        <a:buChar char="•"/>
                      </a:pPr>
                      <a:r>
                        <a:rPr lang="en-US" sz="1800" b="0" strike="noStrike" spc="-1">
                          <a:solidFill>
                            <a:srgbClr val="000000"/>
                          </a:solidFill>
                          <a:latin typeface="Segoe UI"/>
                        </a:rPr>
                        <a:t>Easy to implement blue/green deployments.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r>
              <a:tr h="887760">
                <a:tc>
                  <a:txBody>
                    <a:bodyPr/>
                    <a:lstStyle/>
                    <a:p>
                      <a:pPr>
                        <a:lnSpc>
                          <a:spcPct val="100000"/>
                        </a:lnSpc>
                        <a:buNone/>
                      </a:pPr>
                      <a:r>
                        <a:rPr lang="en-US" sz="1800" b="0" strike="noStrike" spc="-1">
                          <a:solidFill>
                            <a:srgbClr val="000000"/>
                          </a:solidFill>
                          <a:latin typeface="Segoe UI"/>
                        </a:rPr>
                        <a:t>Application portability</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1DEEF"/>
                    </a:solidFill>
                  </a:tcPr>
                </a:tc>
                <a:tc>
                  <a:txBody>
                    <a:bodyPr/>
                    <a:lstStyle/>
                    <a:p>
                      <a:pPr marL="285840" indent="-285840">
                        <a:lnSpc>
                          <a:spcPct val="100000"/>
                        </a:lnSpc>
                        <a:buClr>
                          <a:srgbClr val="000000"/>
                        </a:buClr>
                        <a:buFont typeface="Arial"/>
                        <a:buChar char="•"/>
                      </a:pPr>
                      <a:r>
                        <a:rPr lang="en-US" sz="1800" b="0" strike="noStrike" spc="-1">
                          <a:solidFill>
                            <a:srgbClr val="000000"/>
                          </a:solidFill>
                          <a:latin typeface="Segoe UI"/>
                        </a:rPr>
                        <a:t>Because of encapsulation, Allow applications to be shuttled easily between environments.</a:t>
                      </a:r>
                      <a:endParaRPr lang="en-US" sz="1800" b="0" strike="noStrike" spc="-1">
                        <a:latin typeface="Arial"/>
                      </a:endParaRPr>
                    </a:p>
                    <a:p>
                      <a:pPr marL="285840" indent="-285840">
                        <a:lnSpc>
                          <a:spcPct val="100000"/>
                        </a:lnSpc>
                        <a:buClr>
                          <a:srgbClr val="000000"/>
                        </a:buClr>
                        <a:buFont typeface="Arial"/>
                        <a:buChar char="•"/>
                      </a:pPr>
                      <a:r>
                        <a:rPr lang="en-US" sz="1800" b="0" strike="noStrike" spc="-1">
                          <a:solidFill>
                            <a:srgbClr val="000000"/>
                          </a:solidFill>
                          <a:latin typeface="Segoe UI"/>
                        </a:rPr>
                        <a:t>Any host running docker runtime can run the container</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1DEEF"/>
                    </a:solidFill>
                  </a:tcPr>
                </a:tc>
              </a:tr>
              <a:tr h="622440">
                <a:tc>
                  <a:txBody>
                    <a:bodyPr/>
                    <a:lstStyle/>
                    <a:p>
                      <a:pPr>
                        <a:lnSpc>
                          <a:spcPct val="100000"/>
                        </a:lnSpc>
                        <a:buNone/>
                      </a:pPr>
                      <a:r>
                        <a:rPr lang="en-US" sz="1800" b="0" strike="noStrike" spc="-1">
                          <a:solidFill>
                            <a:srgbClr val="000000"/>
                          </a:solidFill>
                          <a:latin typeface="Segoe UI"/>
                        </a:rPr>
                        <a:t>Shine for microservices architecture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c>
                  <a:txBody>
                    <a:bodyPr/>
                    <a:lstStyle/>
                    <a:p>
                      <a:pPr marL="285840" indent="-285840">
                        <a:lnSpc>
                          <a:spcPct val="100000"/>
                        </a:lnSpc>
                        <a:buClr>
                          <a:srgbClr val="000000"/>
                        </a:buClr>
                        <a:buFont typeface="Arial"/>
                        <a:buChar char="•"/>
                      </a:pPr>
                      <a:r>
                        <a:rPr lang="en-US" sz="1800" b="0" strike="noStrike" spc="-1">
                          <a:solidFill>
                            <a:srgbClr val="000000"/>
                          </a:solidFill>
                          <a:latin typeface="Segoe UI"/>
                        </a:rPr>
                        <a:t>No single point of failure.</a:t>
                      </a:r>
                      <a:endParaRPr lang="en-US" sz="1800" b="0" strike="noStrike" spc="-1">
                        <a:latin typeface="Arial"/>
                      </a:endParaRPr>
                    </a:p>
                    <a:p>
                      <a:pPr marL="285840" indent="-285840">
                        <a:lnSpc>
                          <a:spcPct val="100000"/>
                        </a:lnSpc>
                        <a:buClr>
                          <a:srgbClr val="000000"/>
                        </a:buClr>
                        <a:buFont typeface="Arial"/>
                        <a:buChar char="•"/>
                      </a:pPr>
                      <a:r>
                        <a:rPr lang="en-US" sz="1800" b="0" strike="noStrike" spc="-1">
                          <a:solidFill>
                            <a:srgbClr val="000000"/>
                          </a:solidFill>
                          <a:latin typeface="Segoe UI"/>
                        </a:rPr>
                        <a:t>Perfect suited to the microservices approach .</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r>
              <a:tr h="622440">
                <a:tc>
                  <a:txBody>
                    <a:bodyPr/>
                    <a:lstStyle/>
                    <a:p>
                      <a:pPr>
                        <a:lnSpc>
                          <a:spcPct val="100000"/>
                        </a:lnSpc>
                        <a:buNone/>
                      </a:pPr>
                      <a:r>
                        <a:rPr lang="en-US" sz="1800" b="0" strike="noStrike" spc="-1">
                          <a:solidFill>
                            <a:srgbClr val="000000"/>
                          </a:solidFill>
                          <a:latin typeface="Segoe UI"/>
                        </a:rPr>
                        <a:t>Scalability</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1DEEF"/>
                    </a:solidFill>
                  </a:tcPr>
                </a:tc>
                <a:tc>
                  <a:txBody>
                    <a:bodyPr/>
                    <a:lstStyle/>
                    <a:p>
                      <a:pPr>
                        <a:lnSpc>
                          <a:spcPct val="100000"/>
                        </a:lnSpc>
                        <a:buNone/>
                      </a:pPr>
                      <a:r>
                        <a:rPr lang="en-US" sz="1800" b="0" strike="noStrike" spc="-1">
                          <a:solidFill>
                            <a:srgbClr val="000000"/>
                          </a:solidFill>
                          <a:latin typeface="Segoe UI"/>
                        </a:rPr>
                        <a:t>Can scale out based on load using orchestration layer like kubernetes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1DEEF"/>
                    </a:solidFill>
                  </a:tcPr>
                </a:tc>
              </a:tr>
              <a:tr h="370800">
                <a:tc>
                  <a:txBody>
                    <a:bodyPr/>
                    <a:lstStyle/>
                    <a:p>
                      <a:pPr>
                        <a:lnSpc>
                          <a:spcPct val="100000"/>
                        </a:lnSpc>
                        <a:buNone/>
                      </a:pPr>
                      <a:r>
                        <a:rPr lang="en-US" sz="1800" b="0" strike="noStrike" spc="-1">
                          <a:solidFill>
                            <a:srgbClr val="000000"/>
                          </a:solidFill>
                          <a:latin typeface="Segoe UI"/>
                        </a:rPr>
                        <a:t>Speed</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c>
                  <a:txBody>
                    <a:bodyPr/>
                    <a:lstStyle/>
                    <a:p>
                      <a:pPr marL="285840" indent="-285840">
                        <a:lnSpc>
                          <a:spcPct val="100000"/>
                        </a:lnSpc>
                        <a:buClr>
                          <a:srgbClr val="000000"/>
                        </a:buClr>
                        <a:buFont typeface="Arial"/>
                        <a:buChar char="•"/>
                      </a:pPr>
                      <a:r>
                        <a:rPr lang="en-US" sz="1800" b="0" strike="noStrike" spc="-1">
                          <a:solidFill>
                            <a:srgbClr val="000000"/>
                          </a:solidFill>
                          <a:latin typeface="Segoe UI"/>
                        </a:rPr>
                        <a:t>Startup, and stop more quickly</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r>
            </a:tbl>
          </a:graphicData>
        </a:graphic>
      </p:graphicFrame>
      <p:sp>
        <p:nvSpPr>
          <p:cNvPr id="3" name="PlaceHolder 2"/>
          <p:cNvSpPr>
            <a:spLocks noGrp="1"/>
          </p:cNvSpPr>
          <p:nvPr>
            <p:ph type="sldNum" idx="5"/>
          </p:nvPr>
        </p:nvSpPr>
        <p:spPr/>
        <p:txBody>
          <a:bodyPr/>
          <a:lstStyle/>
          <a:p>
            <a:fld id="{95FC4737-3676-4224-AA51-E97814E87208}" type="slidenum">
              <a:t>10</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smtClean="0">
                <a:solidFill>
                  <a:srgbClr val="FFFFFF"/>
                </a:solidFill>
                <a:latin typeface="Segoe UI Light"/>
              </a:rPr>
              <a:t>Blue-Green deployments</a:t>
            </a:r>
            <a:endParaRPr lang="en-US" sz="3600" b="0" strike="noStrike" spc="-1" dirty="0">
              <a:latin typeface="Arial"/>
            </a:endParaRPr>
          </a:p>
        </p:txBody>
      </p:sp>
      <p:sp>
        <p:nvSpPr>
          <p:cNvPr id="3" name="PlaceHolder 2"/>
          <p:cNvSpPr>
            <a:spLocks noGrp="1"/>
          </p:cNvSpPr>
          <p:nvPr>
            <p:ph type="sldNum" idx="5"/>
          </p:nvPr>
        </p:nvSpPr>
        <p:spPr/>
        <p:txBody>
          <a:bodyPr/>
          <a:lstStyle/>
          <a:p>
            <a:fld id="{95FC4737-3676-4224-AA51-E97814E87208}" type="slidenum">
              <a:t>11</a:t>
            </a:fld>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78700" y="1737360"/>
            <a:ext cx="5529072" cy="3949337"/>
          </a:xfrm>
          <a:prstGeom prst="rect">
            <a:avLst/>
          </a:prstGeom>
        </p:spPr>
      </p:pic>
      <p:sp>
        <p:nvSpPr>
          <p:cNvPr id="4" name="Rectangle 3"/>
          <p:cNvSpPr/>
          <p:nvPr/>
        </p:nvSpPr>
        <p:spPr>
          <a:xfrm>
            <a:off x="5978700" y="5483275"/>
            <a:ext cx="6096000" cy="646331"/>
          </a:xfrm>
          <a:prstGeom prst="rect">
            <a:avLst/>
          </a:prstGeom>
        </p:spPr>
        <p:txBody>
          <a:bodyPr>
            <a:spAutoFit/>
          </a:bodyPr>
          <a:lstStyle/>
          <a:p>
            <a:r>
              <a:rPr lang="en-US" dirty="0" smtClean="0"/>
              <a:t>https://blog.inedo.com/devops/blue-green-deployment-best-practices</a:t>
            </a:r>
            <a:endParaRPr lang="en-US" dirty="0"/>
          </a:p>
        </p:txBody>
      </p:sp>
      <p:sp>
        <p:nvSpPr>
          <p:cNvPr id="7" name="PlaceHolder 2"/>
          <p:cNvSpPr txBox="1">
            <a:spLocks/>
          </p:cNvSpPr>
          <p:nvPr/>
        </p:nvSpPr>
        <p:spPr>
          <a:xfrm>
            <a:off x="780120" y="1748880"/>
            <a:ext cx="10631160" cy="4350600"/>
          </a:xfrm>
          <a:prstGeom prst="rect">
            <a:avLst/>
          </a:prstGeom>
          <a:noFill/>
          <a:ln w="0">
            <a:noFill/>
          </a:ln>
        </p:spPr>
        <p:txBody>
          <a:bodyPr lIns="90000" tIns="45000" rIns="90000" bIns="45000" anchor="t">
            <a:normAutofit fontScale="6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840"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A software release strategy.</a:t>
            </a:r>
          </a:p>
          <a:p>
            <a:pPr marL="285840"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Reduces downtime, and risk.</a:t>
            </a:r>
          </a:p>
          <a:p>
            <a:pPr marL="285840"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Uses two identical production environments.</a:t>
            </a:r>
          </a:p>
          <a:p>
            <a:pPr marL="285840"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Blue is the current version, Green is the new </a:t>
            </a:r>
            <a:br>
              <a:rPr lang="en-US" sz="2200" spc="-1" dirty="0" smtClean="0">
                <a:solidFill>
                  <a:srgbClr val="808080"/>
                </a:solidFill>
                <a:latin typeface="Segoe UI"/>
              </a:rPr>
            </a:br>
            <a:r>
              <a:rPr lang="en-US" sz="2200" spc="-1" dirty="0" smtClean="0">
                <a:solidFill>
                  <a:srgbClr val="808080"/>
                </a:solidFill>
                <a:latin typeface="Segoe UI"/>
              </a:rPr>
              <a:t>version.</a:t>
            </a:r>
          </a:p>
          <a:p>
            <a:pPr marL="285840"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Use a router/load balancer to switch between them.</a:t>
            </a:r>
          </a:p>
          <a:p>
            <a:pPr marL="285840"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What about Cost, Databases, user sessions?</a:t>
            </a:r>
          </a:p>
          <a:p>
            <a:pPr marL="285840"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Use of </a:t>
            </a:r>
            <a:r>
              <a:rPr lang="en-US" sz="2200" spc="-1" dirty="0" err="1" smtClean="0">
                <a:solidFill>
                  <a:srgbClr val="808080"/>
                </a:solidFill>
                <a:latin typeface="Segoe UI"/>
              </a:rPr>
              <a:t>kubernetes</a:t>
            </a:r>
            <a:r>
              <a:rPr lang="en-US" sz="2200" spc="-1" dirty="0" smtClean="0">
                <a:solidFill>
                  <a:srgbClr val="808080"/>
                </a:solidFill>
                <a:latin typeface="Segoe UI"/>
              </a:rPr>
              <a:t>, CI/CD, and cloud services.</a:t>
            </a:r>
          </a:p>
          <a:p>
            <a:pPr>
              <a:lnSpc>
                <a:spcPct val="150000"/>
              </a:lnSpc>
              <a:spcBef>
                <a:spcPts val="660"/>
              </a:spcBef>
              <a:spcAft>
                <a:spcPts val="1199"/>
              </a:spcAft>
              <a:buFont typeface="Arial" panose="020B0604020202020204" pitchFamily="34" charset="0"/>
              <a:buNone/>
            </a:pPr>
            <a:endParaRPr lang="en-US" sz="2200" spc="-1" dirty="0">
              <a:latin typeface="Arial"/>
            </a:endParaRPr>
          </a:p>
        </p:txBody>
      </p:sp>
    </p:spTree>
    <p:extLst>
      <p:ext uri="{BB962C8B-B14F-4D97-AF65-F5344CB8AC3E}">
        <p14:creationId xmlns:p14="http://schemas.microsoft.com/office/powerpoint/2010/main" val="3303377777"/>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don’t solve</a:t>
            </a:r>
            <a:endParaRPr lang="en-US" sz="3600" b="0" strike="noStrike" spc="-1">
              <a:latin typeface="Arial"/>
            </a:endParaRPr>
          </a:p>
        </p:txBody>
      </p:sp>
      <p:sp>
        <p:nvSpPr>
          <p:cNvPr id="111" name="PlaceHolder 2"/>
          <p:cNvSpPr>
            <a:spLocks noGrp="1"/>
          </p:cNvSpPr>
          <p:nvPr>
            <p:ph/>
          </p:nvPr>
        </p:nvSpPr>
        <p:spPr>
          <a:xfrm>
            <a:off x="854640" y="2070720"/>
            <a:ext cx="10631160" cy="4350600"/>
          </a:xfrm>
          <a:prstGeom prst="rect">
            <a:avLst/>
          </a:prstGeom>
          <a:noFill/>
          <a:ln w="0">
            <a:noFill/>
          </a:ln>
        </p:spPr>
        <p:txBody>
          <a:bodyPr lIns="90000" tIns="45000" rIns="90000" bIns="45000" anchor="t">
            <a:normAutofit/>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Docker don’t solve?</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Fix your security issues.</a:t>
            </a:r>
            <a:endParaRPr lang="en-US" sz="20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Does not turn your application into microservices.</a:t>
            </a:r>
            <a:endParaRPr lang="en-US" sz="20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Is not substitute of VMs.</a:t>
            </a:r>
            <a:endParaRPr lang="en-US" sz="2000" b="0" strike="noStrike" spc="-1">
              <a:latin typeface="Arial"/>
            </a:endParaRPr>
          </a:p>
          <a:p>
            <a:pPr marL="685800">
              <a:lnSpc>
                <a:spcPct val="150000"/>
              </a:lnSpc>
              <a:spcBef>
                <a:spcPts val="601"/>
              </a:spcBef>
              <a:spcAft>
                <a:spcPts val="1199"/>
              </a:spcAft>
              <a:buNone/>
              <a:tabLst>
                <a:tab pos="0" algn="l"/>
              </a:tabLst>
            </a:pPr>
            <a:endParaRPr lang="en-US" sz="2000" b="0" strike="noStrike" spc="-1">
              <a:latin typeface="Arial"/>
            </a:endParaRPr>
          </a:p>
          <a:p>
            <a:pPr marL="685800">
              <a:lnSpc>
                <a:spcPct val="90000"/>
              </a:lnSpc>
              <a:spcBef>
                <a:spcPts val="1417"/>
              </a:spcBef>
              <a:buNone/>
              <a:tabLst>
                <a:tab pos="0" algn="l"/>
              </a:tabLst>
            </a:pPr>
            <a:endParaRPr lang="en-US" sz="2000" b="0" strike="noStrike" spc="-1">
              <a:latin typeface="Arial"/>
            </a:endParaRPr>
          </a:p>
        </p:txBody>
      </p:sp>
      <p:sp>
        <p:nvSpPr>
          <p:cNvPr id="4" name="PlaceHolder 3"/>
          <p:cNvSpPr>
            <a:spLocks noGrp="1"/>
          </p:cNvSpPr>
          <p:nvPr>
            <p:ph type="sldNum" idx="5"/>
          </p:nvPr>
        </p:nvSpPr>
        <p:spPr/>
        <p:txBody>
          <a:bodyPr/>
          <a:lstStyle/>
          <a:p>
            <a:fld id="{A730C75F-7080-4263-BF0C-C3B9A6281690}" type="slidenum">
              <a:t>12</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Virtual machine and container</a:t>
            </a:r>
            <a:endParaRPr lang="en-US" sz="3600" b="0" strike="noStrike" spc="-1">
              <a:latin typeface="Arial"/>
            </a:endParaRPr>
          </a:p>
        </p:txBody>
      </p:sp>
      <p:graphicFrame>
        <p:nvGraphicFramePr>
          <p:cNvPr id="113" name="Table 3"/>
          <p:cNvGraphicFramePr/>
          <p:nvPr/>
        </p:nvGraphicFramePr>
        <p:xfrm>
          <a:off x="209160" y="2420640"/>
          <a:ext cx="11539800" cy="2016720"/>
        </p:xfrm>
        <a:graphic>
          <a:graphicData uri="http://schemas.openxmlformats.org/drawingml/2006/table">
            <a:tbl>
              <a:tblPr/>
              <a:tblGrid>
                <a:gridCol w="5260320"/>
                <a:gridCol w="6279480"/>
              </a:tblGrid>
              <a:tr h="357120">
                <a:tc>
                  <a:txBody>
                    <a:bodyPr/>
                    <a:lstStyle/>
                    <a:p>
                      <a:pPr>
                        <a:lnSpc>
                          <a:spcPct val="100000"/>
                        </a:lnSpc>
                        <a:buNone/>
                      </a:pPr>
                      <a:r>
                        <a:rPr lang="en-US" sz="1800" b="1" strike="noStrike" spc="-1">
                          <a:solidFill>
                            <a:srgbClr val="FFFFFF"/>
                          </a:solidFill>
                          <a:latin typeface="Segoe UI"/>
                        </a:rPr>
                        <a:t>Virtual machine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5B9BD5"/>
                    </a:solidFill>
                  </a:tcPr>
                </a:tc>
                <a:tc>
                  <a:txBody>
                    <a:bodyPr/>
                    <a:lstStyle/>
                    <a:p>
                      <a:pPr>
                        <a:lnSpc>
                          <a:spcPct val="100000"/>
                        </a:lnSpc>
                        <a:buNone/>
                      </a:pPr>
                      <a:r>
                        <a:rPr lang="en-US" sz="1800" b="1" strike="noStrike" spc="-1">
                          <a:solidFill>
                            <a:srgbClr val="FFFFFF"/>
                          </a:solidFill>
                          <a:latin typeface="Segoe UI"/>
                        </a:rPr>
                        <a:t>Container</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5B9BD5"/>
                    </a:solidFill>
                  </a:tcPr>
                </a:tc>
              </a:tr>
              <a:tr h="622440">
                <a:tc>
                  <a:txBody>
                    <a:bodyPr/>
                    <a:lstStyle/>
                    <a:p>
                      <a:pPr>
                        <a:lnSpc>
                          <a:spcPct val="100000"/>
                        </a:lnSpc>
                        <a:buNone/>
                      </a:pPr>
                      <a:r>
                        <a:rPr lang="en-US" sz="1800" b="0" strike="noStrike" spc="-1">
                          <a:solidFill>
                            <a:srgbClr val="000000"/>
                          </a:solidFill>
                          <a:latin typeface="Segoe UI"/>
                        </a:rPr>
                        <a:t>Multiple OS run side by side</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1DEEF"/>
                    </a:solidFill>
                  </a:tcPr>
                </a:tc>
                <a:tc>
                  <a:txBody>
                    <a:bodyPr/>
                    <a:lstStyle/>
                    <a:p>
                      <a:pPr>
                        <a:lnSpc>
                          <a:spcPct val="100000"/>
                        </a:lnSpc>
                        <a:buNone/>
                        <a:tabLst>
                          <a:tab pos="0" algn="l"/>
                        </a:tabLst>
                      </a:pPr>
                      <a:r>
                        <a:rPr lang="en-US" sz="1800" b="0" strike="noStrike" spc="-1">
                          <a:solidFill>
                            <a:srgbClr val="000000"/>
                          </a:solidFill>
                          <a:latin typeface="Segoe UI"/>
                        </a:rPr>
                        <a:t>Run directly on the OS, sharing hardware and OS across all containers.</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1DEEF"/>
                    </a:solidFill>
                  </a:tcPr>
                </a:tc>
              </a:tr>
              <a:tr h="622440">
                <a:tc>
                  <a:txBody>
                    <a:bodyPr/>
                    <a:lstStyle/>
                    <a:p>
                      <a:pPr>
                        <a:lnSpc>
                          <a:spcPct val="100000"/>
                        </a:lnSpc>
                        <a:buNone/>
                      </a:pPr>
                      <a:r>
                        <a:rPr lang="en-US" sz="1800" b="0" strike="noStrike" spc="-1">
                          <a:solidFill>
                            <a:srgbClr val="000000"/>
                          </a:solidFill>
                          <a:latin typeface="Segoe UI"/>
                        </a:rPr>
                        <a:t>Hypervisor to divide hardware into virtual hardware system</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c>
                  <a:txBody>
                    <a:bodyPr/>
                    <a:lstStyle/>
                    <a:p>
                      <a:pPr>
                        <a:lnSpc>
                          <a:spcPct val="100000"/>
                        </a:lnSpc>
                        <a:buNone/>
                        <a:tabLst>
                          <a:tab pos="0" algn="l"/>
                        </a:tabLst>
                      </a:pPr>
                      <a:r>
                        <a:rPr lang="en-US" sz="1800" b="0" strike="noStrike" spc="-1">
                          <a:solidFill>
                            <a:srgbClr val="000000"/>
                          </a:solidFill>
                          <a:latin typeface="Segoe UI"/>
                        </a:rPr>
                        <a:t>Share the same SO, isolate the containerized application processes from the rest of the system.</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FF7"/>
                    </a:solidFill>
                  </a:tcPr>
                </a:tc>
              </a:tr>
              <a:tr h="370800">
                <a:tc>
                  <a:txBody>
                    <a:bodyPr/>
                    <a:lstStyle/>
                    <a:p>
                      <a:pPr>
                        <a:lnSpc>
                          <a:spcPct val="100000"/>
                        </a:lnSpc>
                        <a:buNone/>
                      </a:pPr>
                      <a:r>
                        <a:rPr lang="en-US" sz="1800" b="0" strike="noStrike" spc="-1">
                          <a:solidFill>
                            <a:srgbClr val="000000"/>
                          </a:solidFill>
                          <a:latin typeface="Segoe UI"/>
                        </a:rPr>
                        <a:t>Require a complete OS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1DEEF"/>
                    </a:solidFill>
                  </a:tcPr>
                </a:tc>
                <a:tc>
                  <a:txBody>
                    <a:bodyPr/>
                    <a:lstStyle/>
                    <a:p>
                      <a:pPr>
                        <a:lnSpc>
                          <a:spcPct val="100000"/>
                        </a:lnSpc>
                        <a:buNone/>
                        <a:tabLst>
                          <a:tab pos="0" algn="l"/>
                        </a:tabLst>
                      </a:pPr>
                      <a:r>
                        <a:rPr lang="en-US" sz="1800" b="0" strike="noStrike" spc="-1">
                          <a:solidFill>
                            <a:srgbClr val="000000"/>
                          </a:solidFill>
                          <a:latin typeface="Segoe UI"/>
                        </a:rPr>
                        <a:t>Require less hardware resources.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1DEEF"/>
                    </a:solidFill>
                  </a:tcPr>
                </a:tc>
              </a:tr>
            </a:tbl>
          </a:graphicData>
        </a:graphic>
      </p:graphicFrame>
      <p:sp>
        <p:nvSpPr>
          <p:cNvPr id="114" name="Content Placeholder 2"/>
          <p:cNvSpPr/>
          <p:nvPr/>
        </p:nvSpPr>
        <p:spPr>
          <a:xfrm>
            <a:off x="442800" y="1613520"/>
            <a:ext cx="10631160" cy="671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ea typeface="DejaVu Sans"/>
              </a:rPr>
              <a:t>Virtual machine and container?</a:t>
            </a:r>
            <a:endParaRPr lang="en-US" sz="2400" b="0" strike="noStrike" spc="-1">
              <a:latin typeface="Arial"/>
            </a:endParaRPr>
          </a:p>
        </p:txBody>
      </p:sp>
      <p:sp>
        <p:nvSpPr>
          <p:cNvPr id="3" name="PlaceHolder 2"/>
          <p:cNvSpPr>
            <a:spLocks noGrp="1"/>
          </p:cNvSpPr>
          <p:nvPr>
            <p:ph type="sldNum" idx="5"/>
          </p:nvPr>
        </p:nvSpPr>
        <p:spPr/>
        <p:txBody>
          <a:bodyPr/>
          <a:lstStyle/>
          <a:p>
            <a:fld id="{6FB02041-6520-4593-9E4B-7EDA3E305939}" type="slidenum">
              <a:t>13</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concepts</a:t>
            </a:r>
            <a:endParaRPr lang="en-US" sz="3600" b="0" strike="noStrike" spc="-1">
              <a:latin typeface="Arial"/>
            </a:endParaRPr>
          </a:p>
        </p:txBody>
      </p:sp>
      <p:sp>
        <p:nvSpPr>
          <p:cNvPr id="116" name="PlaceHolder 2"/>
          <p:cNvSpPr>
            <a:spLocks noGrp="1"/>
          </p:cNvSpPr>
          <p:nvPr>
            <p:ph/>
          </p:nvPr>
        </p:nvSpPr>
        <p:spPr>
          <a:xfrm>
            <a:off x="854640" y="2070720"/>
            <a:ext cx="6083280" cy="4350600"/>
          </a:xfrm>
          <a:prstGeom prst="rect">
            <a:avLst/>
          </a:prstGeom>
          <a:noFill/>
          <a:ln w="0">
            <a:noFill/>
          </a:ln>
        </p:spPr>
        <p:txBody>
          <a:bodyPr lIns="90000" tIns="45000" rIns="90000" bIns="45000" anchor="t">
            <a:normAutofit fontScale="73500" lnSpcReduction="20000"/>
          </a:bodyPr>
          <a:lstStyle/>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Docker Engine</a:t>
            </a:r>
            <a:endParaRPr lang="en-US" sz="2000" b="0" strike="noStrike" spc="-1">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Docker client</a:t>
            </a:r>
            <a:endParaRPr lang="en-US" sz="2000" b="0" strike="noStrike" spc="-1">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Docker daemon</a:t>
            </a:r>
            <a:endParaRPr lang="en-US" sz="2000" b="0" strike="noStrike" spc="-1">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Docker file</a:t>
            </a:r>
            <a:endParaRPr lang="en-US" sz="2000" b="0" strike="noStrike" spc="-1">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Docker image</a:t>
            </a:r>
            <a:endParaRPr lang="en-US" sz="2000" b="0" strike="noStrike" spc="-1">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Union file system</a:t>
            </a:r>
            <a:endParaRPr lang="en-US" sz="2000" b="0" strike="noStrike" spc="-1">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Volumes</a:t>
            </a:r>
            <a:endParaRPr lang="en-US" sz="2000" b="0" strike="noStrike" spc="-1">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Docker containers</a:t>
            </a:r>
            <a:endParaRPr lang="en-US" sz="2000" b="0" strike="noStrike" spc="-1">
              <a:latin typeface="Arial"/>
            </a:endParaRPr>
          </a:p>
          <a:p>
            <a:pPr>
              <a:lnSpc>
                <a:spcPct val="150000"/>
              </a:lnSpc>
              <a:spcBef>
                <a:spcPts val="601"/>
              </a:spcBef>
              <a:spcAft>
                <a:spcPts val="1199"/>
              </a:spcAft>
              <a:buNone/>
            </a:pPr>
            <a:endParaRPr lang="en-US" sz="2000" b="0" strike="noStrike" spc="-1">
              <a:latin typeface="Arial"/>
            </a:endParaRPr>
          </a:p>
        </p:txBody>
      </p:sp>
      <p:pic>
        <p:nvPicPr>
          <p:cNvPr id="117" name="Picture 2"/>
          <p:cNvPicPr/>
          <p:nvPr/>
        </p:nvPicPr>
        <p:blipFill>
          <a:blip r:embed="rId3"/>
          <a:stretch/>
        </p:blipFill>
        <p:spPr>
          <a:xfrm>
            <a:off x="8004600" y="2581920"/>
            <a:ext cx="3518640" cy="2638800"/>
          </a:xfrm>
          <a:prstGeom prst="rect">
            <a:avLst/>
          </a:prstGeom>
          <a:ln w="0">
            <a:noFill/>
          </a:ln>
        </p:spPr>
      </p:pic>
      <p:sp>
        <p:nvSpPr>
          <p:cNvPr id="118" name="TextBox 3"/>
          <p:cNvSpPr/>
          <p:nvPr/>
        </p:nvSpPr>
        <p:spPr>
          <a:xfrm>
            <a:off x="8970120" y="5441400"/>
            <a:ext cx="158796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Segoe UI"/>
                <a:ea typeface="DejaVu Sans"/>
              </a:rPr>
              <a:t>From docker</a:t>
            </a:r>
            <a:endParaRPr lang="en-US" sz="1800" b="0" strike="noStrike" spc="-1">
              <a:latin typeface="Arial"/>
            </a:endParaRPr>
          </a:p>
        </p:txBody>
      </p:sp>
      <p:pic>
        <p:nvPicPr>
          <p:cNvPr id="119" name="Picture 4"/>
          <p:cNvPicPr/>
          <p:nvPr/>
        </p:nvPicPr>
        <p:blipFill>
          <a:blip r:embed="rId4"/>
          <a:stretch/>
        </p:blipFill>
        <p:spPr>
          <a:xfrm>
            <a:off x="3062520" y="1577880"/>
            <a:ext cx="4749120" cy="4553280"/>
          </a:xfrm>
          <a:prstGeom prst="rect">
            <a:avLst/>
          </a:prstGeom>
          <a:ln w="0">
            <a:noFill/>
          </a:ln>
        </p:spPr>
      </p:pic>
      <p:sp>
        <p:nvSpPr>
          <p:cNvPr id="120" name="TextBox 7"/>
          <p:cNvSpPr/>
          <p:nvPr/>
        </p:nvSpPr>
        <p:spPr>
          <a:xfrm>
            <a:off x="4000320" y="6237360"/>
            <a:ext cx="2874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Segoe UI"/>
                <a:ea typeface="DejaVu Sans"/>
              </a:rPr>
              <a:t>www.freecodecamp.org</a:t>
            </a:r>
            <a:endParaRPr lang="en-US" sz="1800" b="0" strike="noStrike" spc="-1">
              <a:latin typeface="Arial"/>
            </a:endParaRPr>
          </a:p>
        </p:txBody>
      </p:sp>
      <p:sp>
        <p:nvSpPr>
          <p:cNvPr id="4" name="PlaceHolder 3"/>
          <p:cNvSpPr>
            <a:spLocks noGrp="1"/>
          </p:cNvSpPr>
          <p:nvPr>
            <p:ph type="sldNum" idx="5"/>
          </p:nvPr>
        </p:nvSpPr>
        <p:spPr/>
        <p:txBody>
          <a:bodyPr/>
          <a:lstStyle/>
          <a:p>
            <a:fld id="{722EB2AA-4A45-407C-9E79-6504ED44C066}" type="slidenum">
              <a:t>14</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Install</a:t>
            </a:r>
            <a:endParaRPr lang="en-US" sz="3600" b="0" strike="noStrike" spc="-1">
              <a:latin typeface="Arial"/>
            </a:endParaRPr>
          </a:p>
        </p:txBody>
      </p:sp>
      <p:sp>
        <p:nvSpPr>
          <p:cNvPr id="122" name="PlaceHolder 2"/>
          <p:cNvSpPr>
            <a:spLocks noGrp="1"/>
          </p:cNvSpPr>
          <p:nvPr>
            <p:ph/>
          </p:nvPr>
        </p:nvSpPr>
        <p:spPr>
          <a:xfrm>
            <a:off x="780120" y="1731960"/>
            <a:ext cx="10631160" cy="4350600"/>
          </a:xfrm>
          <a:prstGeom prst="rect">
            <a:avLst/>
          </a:prstGeom>
          <a:noFill/>
          <a:ln w="0">
            <a:noFill/>
          </a:ln>
        </p:spPr>
        <p:txBody>
          <a:bodyPr lIns="90000" tIns="45000" rIns="90000" bIns="45000" anchor="t">
            <a:normAutofit fontScale="99000" lnSpcReduction="10000"/>
          </a:bodyPr>
          <a:lstStyle/>
          <a:p>
            <a:pPr marL="285840" indent="-285840">
              <a:lnSpc>
                <a:spcPct val="150000"/>
              </a:lnSpc>
              <a:spcBef>
                <a:spcPts val="720"/>
              </a:spcBef>
              <a:spcAft>
                <a:spcPts val="1199"/>
              </a:spcAft>
              <a:buClr>
                <a:srgbClr val="808080"/>
              </a:buClr>
              <a:buFont typeface="Arial"/>
              <a:buChar char="•"/>
            </a:pPr>
            <a:r>
              <a:rPr lang="en-US" sz="2400" b="0" strike="noStrike" spc="-1" dirty="0" err="1">
                <a:solidFill>
                  <a:srgbClr val="808080"/>
                </a:solidFill>
                <a:latin typeface="Segoe UI"/>
              </a:rPr>
              <a:t>sudo</a:t>
            </a:r>
            <a:r>
              <a:rPr lang="en-US" sz="2400" b="0" strike="noStrike" spc="-1" dirty="0">
                <a:solidFill>
                  <a:srgbClr val="808080"/>
                </a:solidFill>
                <a:latin typeface="Segoe UI"/>
              </a:rPr>
              <a:t> apt install apt-transport-https ca-certificates curl software-properties-common</a:t>
            </a:r>
            <a:endParaRPr lang="en-US" sz="2400" b="0" strike="noStrike" spc="-1" dirty="0">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dirty="0">
                <a:solidFill>
                  <a:srgbClr val="808080"/>
                </a:solidFill>
                <a:latin typeface="Segoe UI"/>
              </a:rPr>
              <a:t>curl -</a:t>
            </a:r>
            <a:r>
              <a:rPr lang="en-US" sz="2000" b="0" strike="noStrike" spc="-1" dirty="0" err="1">
                <a:solidFill>
                  <a:srgbClr val="808080"/>
                </a:solidFill>
                <a:latin typeface="Segoe UI"/>
              </a:rPr>
              <a:t>fsSL</a:t>
            </a:r>
            <a:r>
              <a:rPr lang="en-US" sz="2000" b="0" strike="noStrike" spc="-1" dirty="0">
                <a:solidFill>
                  <a:srgbClr val="808080"/>
                </a:solidFill>
                <a:latin typeface="Segoe UI"/>
              </a:rPr>
              <a:t> https://download.docker.com/linux/ubuntu/gpg | </a:t>
            </a:r>
            <a:r>
              <a:rPr lang="en-US" sz="2000" b="0" strike="noStrike" spc="-1" dirty="0" err="1">
                <a:solidFill>
                  <a:srgbClr val="808080"/>
                </a:solidFill>
                <a:latin typeface="Segoe UI"/>
              </a:rPr>
              <a:t>sudo</a:t>
            </a:r>
            <a:r>
              <a:rPr lang="en-US" sz="2000" b="0" strike="noStrike" spc="-1" dirty="0">
                <a:solidFill>
                  <a:srgbClr val="808080"/>
                </a:solidFill>
                <a:latin typeface="Segoe UI"/>
              </a:rPr>
              <a:t> apt-key add --</a:t>
            </a:r>
            <a:endParaRPr lang="en-US" sz="2000" b="0" strike="noStrike" spc="-1" dirty="0">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dirty="0" err="1">
                <a:solidFill>
                  <a:srgbClr val="808080"/>
                </a:solidFill>
                <a:latin typeface="Segoe UI"/>
              </a:rPr>
              <a:t>sudo</a:t>
            </a:r>
            <a:r>
              <a:rPr lang="en-US" sz="2000" b="0" strike="noStrike" spc="-1" dirty="0">
                <a:solidFill>
                  <a:srgbClr val="808080"/>
                </a:solidFill>
                <a:latin typeface="Segoe UI"/>
              </a:rPr>
              <a:t> add-apt-repository "deb [arch=amd64] https://download.docker.com/linux/ubuntu </a:t>
            </a:r>
            <a:r>
              <a:rPr lang="en-US" sz="2000" b="0" strike="noStrike" spc="-1" dirty="0" smtClean="0">
                <a:solidFill>
                  <a:srgbClr val="808080"/>
                </a:solidFill>
                <a:latin typeface="Segoe UI"/>
              </a:rPr>
              <a:t>$(</a:t>
            </a:r>
            <a:r>
              <a:rPr lang="en-US" sz="2000" b="0" strike="noStrike" spc="-1" dirty="0" err="1" smtClean="0">
                <a:solidFill>
                  <a:srgbClr val="808080"/>
                </a:solidFill>
                <a:latin typeface="Segoe UI"/>
              </a:rPr>
              <a:t>lsb_release</a:t>
            </a:r>
            <a:r>
              <a:rPr lang="en-US" sz="2000" b="0" strike="noStrike" spc="-1" dirty="0" smtClean="0">
                <a:solidFill>
                  <a:srgbClr val="808080"/>
                </a:solidFill>
                <a:latin typeface="Segoe UI"/>
              </a:rPr>
              <a:t> -</a:t>
            </a:r>
            <a:r>
              <a:rPr lang="en-US" sz="2000" b="0" strike="noStrike" spc="-1" dirty="0" err="1" smtClean="0">
                <a:solidFill>
                  <a:srgbClr val="808080"/>
                </a:solidFill>
                <a:latin typeface="Segoe UI"/>
              </a:rPr>
              <a:t>c|awk</a:t>
            </a:r>
            <a:r>
              <a:rPr lang="en-US" sz="2000" b="0" strike="noStrike" spc="-1" dirty="0" smtClean="0">
                <a:solidFill>
                  <a:srgbClr val="808080"/>
                </a:solidFill>
                <a:latin typeface="Segoe UI"/>
              </a:rPr>
              <a:t> ' { print $2 } ') stable "</a:t>
            </a:r>
            <a:endParaRPr lang="en-US" sz="2000" b="0" strike="noStrike" spc="-1" dirty="0">
              <a:latin typeface="Arial"/>
            </a:endParaRPr>
          </a:p>
          <a:p>
            <a:pPr marL="285840" indent="-285840">
              <a:lnSpc>
                <a:spcPct val="150000"/>
              </a:lnSpc>
              <a:spcBef>
                <a:spcPts val="601"/>
              </a:spcBef>
              <a:spcAft>
                <a:spcPts val="1199"/>
              </a:spcAft>
              <a:buClr>
                <a:srgbClr val="808080"/>
              </a:buClr>
              <a:buFont typeface="Arial"/>
              <a:buChar char="•"/>
            </a:pPr>
            <a:r>
              <a:rPr lang="en-US" sz="2000" b="0" strike="noStrike" spc="-1" dirty="0" err="1">
                <a:solidFill>
                  <a:srgbClr val="808080"/>
                </a:solidFill>
                <a:latin typeface="Segoe UI"/>
              </a:rPr>
              <a:t>sudo</a:t>
            </a:r>
            <a:r>
              <a:rPr lang="en-US" sz="2000" b="0" strike="noStrike" spc="-1" dirty="0">
                <a:solidFill>
                  <a:srgbClr val="808080"/>
                </a:solidFill>
                <a:latin typeface="Segoe UI"/>
              </a:rPr>
              <a:t> apt update</a:t>
            </a:r>
            <a:endParaRPr lang="en-US" sz="2000" b="0" strike="noStrike" spc="-1" dirty="0">
              <a:latin typeface="Arial"/>
            </a:endParaRPr>
          </a:p>
          <a:p>
            <a:pPr marL="285840" indent="-285840">
              <a:lnSpc>
                <a:spcPct val="150000"/>
              </a:lnSpc>
              <a:spcBef>
                <a:spcPts val="601"/>
              </a:spcBef>
              <a:spcAft>
                <a:spcPts val="1199"/>
              </a:spcAft>
              <a:buClr>
                <a:srgbClr val="808080"/>
              </a:buClr>
              <a:buFont typeface="Arial"/>
              <a:buChar char="•"/>
            </a:pPr>
            <a:r>
              <a:rPr lang="fr-FR" sz="2000" b="0" strike="noStrike" spc="-1" dirty="0" err="1">
                <a:solidFill>
                  <a:srgbClr val="808080"/>
                </a:solidFill>
                <a:latin typeface="Segoe UI"/>
              </a:rPr>
              <a:t>sudo</a:t>
            </a:r>
            <a:r>
              <a:rPr lang="fr-FR" sz="2000" b="0" strike="noStrike" spc="-1" dirty="0">
                <a:solidFill>
                  <a:srgbClr val="808080"/>
                </a:solidFill>
                <a:latin typeface="Segoe UI"/>
              </a:rPr>
              <a:t> </a:t>
            </a:r>
            <a:r>
              <a:rPr lang="fr-FR" sz="2000" b="0" strike="noStrike" spc="-1" dirty="0" err="1">
                <a:solidFill>
                  <a:srgbClr val="808080"/>
                </a:solidFill>
                <a:latin typeface="Segoe UI"/>
              </a:rPr>
              <a:t>apt-get</a:t>
            </a:r>
            <a:r>
              <a:rPr lang="fr-FR" sz="2000" b="0" strike="noStrike" spc="-1" dirty="0">
                <a:solidFill>
                  <a:srgbClr val="808080"/>
                </a:solidFill>
                <a:latin typeface="Segoe UI"/>
              </a:rPr>
              <a:t> </a:t>
            </a:r>
            <a:r>
              <a:rPr lang="fr-FR" sz="2000" b="0" strike="noStrike" spc="-1" dirty="0" err="1">
                <a:solidFill>
                  <a:srgbClr val="808080"/>
                </a:solidFill>
                <a:latin typeface="Segoe UI"/>
              </a:rPr>
              <a:t>install</a:t>
            </a:r>
            <a:r>
              <a:rPr lang="fr-FR" sz="2000" b="0" strike="noStrike" spc="-1" dirty="0">
                <a:solidFill>
                  <a:srgbClr val="808080"/>
                </a:solidFill>
                <a:latin typeface="Segoe UI"/>
              </a:rPr>
              <a:t> docker-ce docker-ce-cli containerd.io</a:t>
            </a:r>
            <a:endParaRPr lang="en-US" sz="2000" b="0" strike="noStrike" spc="-1" dirty="0">
              <a:latin typeface="Arial"/>
            </a:endParaRPr>
          </a:p>
        </p:txBody>
      </p:sp>
      <p:sp>
        <p:nvSpPr>
          <p:cNvPr id="4" name="PlaceHolder 3"/>
          <p:cNvSpPr>
            <a:spLocks noGrp="1"/>
          </p:cNvSpPr>
          <p:nvPr>
            <p:ph type="sldNum" idx="5"/>
          </p:nvPr>
        </p:nvSpPr>
        <p:spPr/>
        <p:txBody>
          <a:bodyPr/>
          <a:lstStyle/>
          <a:p>
            <a:fld id="{FF12EBF9-57F7-4C4A-BB5C-F012C7A8E96A}" type="slidenum">
              <a:t>15</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hub</a:t>
            </a:r>
            <a:endParaRPr lang="en-US" sz="3600" b="0" strike="noStrike" spc="-1">
              <a:latin typeface="Arial"/>
            </a:endParaRPr>
          </a:p>
        </p:txBody>
      </p:sp>
      <p:sp>
        <p:nvSpPr>
          <p:cNvPr id="124" name="PlaceHolder 2"/>
          <p:cNvSpPr>
            <a:spLocks noGrp="1"/>
          </p:cNvSpPr>
          <p:nvPr>
            <p:ph/>
          </p:nvPr>
        </p:nvSpPr>
        <p:spPr>
          <a:xfrm>
            <a:off x="780120" y="1731960"/>
            <a:ext cx="10631160" cy="4350600"/>
          </a:xfrm>
          <a:prstGeom prst="rect">
            <a:avLst/>
          </a:prstGeom>
          <a:noFill/>
          <a:ln w="0">
            <a:noFill/>
          </a:ln>
        </p:spPr>
        <p:txBody>
          <a:bodyPr lIns="90000" tIns="45000" rIns="90000" bIns="45000" anchor="t">
            <a:normAutofit fontScale="65500" lnSpcReduction="20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login to docker hub</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$sudo docker login</a:t>
            </a:r>
            <a:endParaRPr lang="en-US" sz="22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get an image:  </a:t>
            </a:r>
            <a:r>
              <a:rPr lang="en-US" sz="2200" b="0" strike="noStrike" spc="-1">
                <a:solidFill>
                  <a:srgbClr val="808080"/>
                </a:solidFill>
                <a:latin typeface="Segoe UI"/>
              </a:rPr>
              <a:t>docker pull &lt;image name&gt;:&lt;tag&gt;</a:t>
            </a:r>
            <a:endParaRPr lang="en-US" sz="22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pull ubuntu</a:t>
            </a:r>
            <a:endParaRPr lang="en-US" sz="20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search for an image: </a:t>
            </a:r>
            <a:r>
              <a:rPr lang="en-US" sz="2200" b="0" strike="noStrike" spc="-1">
                <a:solidFill>
                  <a:srgbClr val="808080"/>
                </a:solidFill>
                <a:latin typeface="Segoe UI"/>
              </a:rPr>
              <a:t> docker search &lt;image&gt;</a:t>
            </a:r>
            <a:endParaRPr lang="en-US" sz="22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search ubuntu</a:t>
            </a:r>
            <a:endParaRPr lang="en-US" sz="20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Logout: docker logout</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$sudo docker logout</a:t>
            </a:r>
            <a:endParaRPr lang="en-US" sz="2200" b="0" strike="noStrike" spc="-1">
              <a:latin typeface="Arial"/>
            </a:endParaRPr>
          </a:p>
        </p:txBody>
      </p:sp>
      <p:sp>
        <p:nvSpPr>
          <p:cNvPr id="4" name="PlaceHolder 3"/>
          <p:cNvSpPr>
            <a:spLocks noGrp="1"/>
          </p:cNvSpPr>
          <p:nvPr>
            <p:ph type="sldNum" idx="5"/>
          </p:nvPr>
        </p:nvSpPr>
        <p:spPr/>
        <p:txBody>
          <a:bodyPr/>
          <a:lstStyle/>
          <a:p>
            <a:fld id="{35FBF3E9-C561-435B-9A11-9851C7C9DB88}" type="slidenum">
              <a:t>16</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images</a:t>
            </a:r>
            <a:endParaRPr lang="en-US" sz="3600" b="0" strike="noStrike" spc="-1">
              <a:latin typeface="Arial"/>
            </a:endParaRPr>
          </a:p>
        </p:txBody>
      </p:sp>
      <p:sp>
        <p:nvSpPr>
          <p:cNvPr id="126" name="PlaceHolder 2"/>
          <p:cNvSpPr>
            <a:spLocks noGrp="1"/>
          </p:cNvSpPr>
          <p:nvPr>
            <p:ph/>
          </p:nvPr>
        </p:nvSpPr>
        <p:spPr>
          <a:xfrm>
            <a:off x="780120" y="1731960"/>
            <a:ext cx="10631160" cy="4350600"/>
          </a:xfrm>
          <a:prstGeom prst="rect">
            <a:avLst/>
          </a:prstGeom>
          <a:noFill/>
          <a:ln w="0">
            <a:noFill/>
          </a:ln>
        </p:spPr>
        <p:txBody>
          <a:bodyPr lIns="90000" tIns="45000" rIns="90000" bIns="45000" anchor="t">
            <a:normAutofit/>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list all images:</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$sudo docker images</a:t>
            </a:r>
            <a:endParaRPr lang="en-US" sz="22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remove an image: docker rmi &lt;image&gt;</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rmi ubuntu</a:t>
            </a:r>
            <a:endParaRPr lang="en-US" sz="20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display a container information: docker inspect &lt;image&gt;</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inspect ubuntu</a:t>
            </a:r>
            <a:endParaRPr lang="en-US" sz="2000" b="0" strike="noStrike" spc="-1">
              <a:latin typeface="Arial"/>
            </a:endParaRPr>
          </a:p>
        </p:txBody>
      </p:sp>
      <p:sp>
        <p:nvSpPr>
          <p:cNvPr id="4" name="PlaceHolder 3"/>
          <p:cNvSpPr>
            <a:spLocks noGrp="1"/>
          </p:cNvSpPr>
          <p:nvPr>
            <p:ph type="sldNum" idx="5"/>
          </p:nvPr>
        </p:nvSpPr>
        <p:spPr/>
        <p:txBody>
          <a:bodyPr/>
          <a:lstStyle/>
          <a:p>
            <a:fld id="{7F346ACD-AC54-4A47-B2D2-9D2904A0039B}" type="slidenum">
              <a:t>17</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networking</a:t>
            </a:r>
            <a:endParaRPr lang="en-US" sz="3600" b="0" strike="noStrike" spc="-1">
              <a:latin typeface="Arial"/>
            </a:endParaRPr>
          </a:p>
        </p:txBody>
      </p:sp>
      <p:sp>
        <p:nvSpPr>
          <p:cNvPr id="128"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fontScale="98000"/>
          </a:bodyPr>
          <a:lstStyle/>
          <a:p>
            <a:pPr marL="285840" indent="-285840">
              <a:lnSpc>
                <a:spcPct val="150000"/>
              </a:lnSpc>
              <a:spcBef>
                <a:spcPts val="720"/>
              </a:spcBef>
              <a:spcAft>
                <a:spcPts val="1199"/>
              </a:spcAft>
              <a:buClr>
                <a:srgbClr val="808080"/>
              </a:buClr>
              <a:buFont typeface="Arial"/>
              <a:buChar char="•"/>
            </a:pPr>
            <a:r>
              <a:rPr lang="en-US" sz="2400" b="0" strike="noStrike" spc="-1" dirty="0">
                <a:solidFill>
                  <a:srgbClr val="808080"/>
                </a:solidFill>
                <a:latin typeface="Segoe UI"/>
              </a:rPr>
              <a:t>Docker networking uses drivers to provide network functionality.</a:t>
            </a:r>
            <a:endParaRPr lang="en-US" sz="2400" b="0" strike="noStrike" spc="-1" dirty="0">
              <a:latin typeface="Arial"/>
            </a:endParaRPr>
          </a:p>
          <a:p>
            <a:pPr marL="971640" lvl="1" indent="-285840">
              <a:lnSpc>
                <a:spcPct val="150000"/>
              </a:lnSpc>
              <a:spcBef>
                <a:spcPts val="541"/>
              </a:spcBef>
              <a:spcAft>
                <a:spcPts val="1199"/>
              </a:spcAft>
              <a:buClr>
                <a:srgbClr val="808080"/>
              </a:buClr>
              <a:buFont typeface="Arial"/>
              <a:buChar char="•"/>
            </a:pPr>
            <a:r>
              <a:rPr lang="en-US" sz="1800" b="0" strike="noStrike" spc="-1" dirty="0">
                <a:solidFill>
                  <a:srgbClr val="808080"/>
                </a:solidFill>
                <a:latin typeface="Segoe UI"/>
              </a:rPr>
              <a:t>Bridge: The default driver </a:t>
            </a:r>
            <a:endParaRPr lang="en-US" sz="1800" b="0" strike="noStrike" spc="-1" dirty="0" smtClean="0">
              <a:solidFill>
                <a:srgbClr val="808080"/>
              </a:solidFill>
              <a:latin typeface="Segoe UI"/>
            </a:endParaRPr>
          </a:p>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Host</a:t>
            </a:r>
            <a:r>
              <a:rPr lang="en-US" sz="1800" b="0" strike="noStrike" spc="-1" dirty="0">
                <a:solidFill>
                  <a:srgbClr val="808080"/>
                </a:solidFill>
                <a:latin typeface="Segoe UI"/>
              </a:rPr>
              <a:t>: Removes the network isolation, and the containers have no IP addresses. The connected containers uses the </a:t>
            </a:r>
            <a:r>
              <a:rPr lang="en-US" sz="1800" b="0" strike="noStrike" spc="-1" dirty="0" err="1">
                <a:solidFill>
                  <a:srgbClr val="808080"/>
                </a:solidFill>
                <a:latin typeface="Segoe UI"/>
              </a:rPr>
              <a:t>docker</a:t>
            </a:r>
            <a:r>
              <a:rPr lang="en-US" sz="1800" b="0" strike="noStrike" spc="-1" dirty="0">
                <a:solidFill>
                  <a:srgbClr val="808080"/>
                </a:solidFill>
                <a:latin typeface="Segoe UI"/>
              </a:rPr>
              <a:t> host sockets.</a:t>
            </a:r>
            <a:endParaRPr lang="en-US" sz="1800" b="0" strike="noStrike" spc="-1" dirty="0">
              <a:latin typeface="Arial"/>
            </a:endParaRPr>
          </a:p>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Overlay</a:t>
            </a:r>
          </a:p>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Also</a:t>
            </a:r>
            <a:r>
              <a:rPr lang="en-US" sz="1800" b="0" strike="noStrike" spc="-1" dirty="0">
                <a:solidFill>
                  <a:srgbClr val="808080"/>
                </a:solidFill>
                <a:latin typeface="Segoe UI"/>
              </a:rPr>
              <a:t>, there are </a:t>
            </a:r>
            <a:r>
              <a:rPr lang="en-US" sz="1800" b="0" strike="noStrike" spc="-1" dirty="0" err="1">
                <a:solidFill>
                  <a:srgbClr val="808080"/>
                </a:solidFill>
                <a:latin typeface="Segoe UI"/>
              </a:rPr>
              <a:t>ipvlan</a:t>
            </a:r>
            <a:r>
              <a:rPr lang="en-US" sz="1800" b="0" strike="noStrike" spc="-1" dirty="0">
                <a:solidFill>
                  <a:srgbClr val="808080"/>
                </a:solidFill>
                <a:latin typeface="Segoe UI"/>
              </a:rPr>
              <a:t>, </a:t>
            </a:r>
            <a:r>
              <a:rPr lang="en-US" sz="1800" b="0" strike="noStrike" spc="-1" dirty="0" err="1">
                <a:solidFill>
                  <a:srgbClr val="808080"/>
                </a:solidFill>
                <a:latin typeface="Segoe UI"/>
              </a:rPr>
              <a:t>macvlan</a:t>
            </a:r>
            <a:r>
              <a:rPr lang="en-US" sz="1800" b="0" strike="noStrike" spc="-1" dirty="0">
                <a:solidFill>
                  <a:srgbClr val="808080"/>
                </a:solidFill>
                <a:latin typeface="Segoe UI"/>
              </a:rPr>
              <a:t>, none, and a custom network drivers.</a:t>
            </a:r>
            <a:endParaRPr lang="en-US" sz="1800" b="0" strike="noStrike" spc="-1" dirty="0">
              <a:latin typeface="Arial"/>
            </a:endParaRPr>
          </a:p>
          <a:p>
            <a:pPr>
              <a:lnSpc>
                <a:spcPct val="90000"/>
              </a:lnSpc>
              <a:spcBef>
                <a:spcPts val="1417"/>
              </a:spcBef>
              <a:buNone/>
            </a:pPr>
            <a:endParaRPr lang="en-US" sz="1800" b="0" strike="noStrike" spc="-1" dirty="0">
              <a:latin typeface="Arial"/>
            </a:endParaRPr>
          </a:p>
          <a:p>
            <a:pPr>
              <a:lnSpc>
                <a:spcPct val="90000"/>
              </a:lnSpc>
              <a:spcBef>
                <a:spcPts val="1417"/>
              </a:spcBef>
              <a:buNone/>
            </a:pPr>
            <a:endParaRPr lang="en-US" sz="1800" b="0" strike="noStrike" spc="-1" dirty="0">
              <a:latin typeface="Arial"/>
            </a:endParaRPr>
          </a:p>
        </p:txBody>
      </p:sp>
      <p:sp>
        <p:nvSpPr>
          <p:cNvPr id="4" name="PlaceHolder 3"/>
          <p:cNvSpPr>
            <a:spLocks noGrp="1"/>
          </p:cNvSpPr>
          <p:nvPr>
            <p:ph type="sldNum" idx="5"/>
          </p:nvPr>
        </p:nvSpPr>
        <p:spPr/>
        <p:txBody>
          <a:bodyPr/>
          <a:lstStyle/>
          <a:p>
            <a:fld id="{927A61BE-50B0-471D-876F-8CB561F38C6D}" type="slidenum">
              <a:t>18</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a:solidFill>
                  <a:srgbClr val="FFFFFF"/>
                </a:solidFill>
                <a:latin typeface="Segoe UI Light"/>
              </a:rPr>
              <a:t>Docker </a:t>
            </a:r>
            <a:r>
              <a:rPr lang="en-US" sz="3600" b="0" strike="noStrike" spc="-1" dirty="0" smtClean="0">
                <a:solidFill>
                  <a:srgbClr val="FFFFFF"/>
                </a:solidFill>
                <a:latin typeface="Segoe UI Light"/>
              </a:rPr>
              <a:t>networking</a:t>
            </a:r>
            <a:br>
              <a:rPr lang="en-US" sz="3600" b="0" strike="noStrike" spc="-1" dirty="0" smtClean="0">
                <a:solidFill>
                  <a:srgbClr val="FFFFFF"/>
                </a:solidFill>
                <a:latin typeface="Segoe UI Light"/>
              </a:rPr>
            </a:br>
            <a:r>
              <a:rPr lang="en-US" sz="3600" b="0" strike="noStrike" spc="-1" dirty="0" smtClean="0">
                <a:solidFill>
                  <a:srgbClr val="FFFFFF"/>
                </a:solidFill>
                <a:latin typeface="Segoe UI Light"/>
              </a:rPr>
              <a:t>Bridge</a:t>
            </a:r>
            <a:endParaRPr lang="en-US" sz="3600" b="0" strike="noStrike" spc="-1" dirty="0">
              <a:latin typeface="Arial"/>
            </a:endParaRPr>
          </a:p>
        </p:txBody>
      </p:sp>
      <p:sp>
        <p:nvSpPr>
          <p:cNvPr id="128" name="PlaceHolder 2"/>
          <p:cNvSpPr>
            <a:spLocks noGrp="1"/>
          </p:cNvSpPr>
          <p:nvPr>
            <p:ph idx="4294967295"/>
          </p:nvPr>
        </p:nvSpPr>
        <p:spPr>
          <a:xfrm>
            <a:off x="780120" y="1731960"/>
            <a:ext cx="11174040" cy="4350600"/>
          </a:xfrm>
          <a:prstGeom prst="rect">
            <a:avLst/>
          </a:prstGeom>
          <a:noFill/>
          <a:ln w="0">
            <a:noFill/>
          </a:ln>
        </p:spPr>
        <p:txBody>
          <a:bodyPr lIns="90000" tIns="45000" rIns="90000" bIns="45000" anchor="t">
            <a:normAutofit fontScale="98000"/>
          </a:bodyPr>
          <a:lstStyle/>
          <a:p>
            <a:pPr marL="514440" indent="-285840">
              <a:lnSpc>
                <a:spcPct val="150000"/>
              </a:lnSpc>
              <a:spcBef>
                <a:spcPts val="541"/>
              </a:spcBef>
              <a:spcAft>
                <a:spcPts val="1199"/>
              </a:spcAft>
              <a:buClr>
                <a:srgbClr val="808080"/>
              </a:buClr>
              <a:buFont typeface="Arial"/>
              <a:buChar char="•"/>
            </a:pPr>
            <a:r>
              <a:rPr lang="en-US" sz="2200" b="0" strike="noStrike" spc="-1" dirty="0" smtClean="0">
                <a:solidFill>
                  <a:srgbClr val="808080"/>
                </a:solidFill>
                <a:latin typeface="Segoe UI"/>
              </a:rPr>
              <a:t>Bridge</a:t>
            </a:r>
            <a:r>
              <a:rPr lang="en-US" sz="2200" b="0" strike="noStrike" spc="-1" dirty="0">
                <a:solidFill>
                  <a:srgbClr val="808080"/>
                </a:solidFill>
                <a:latin typeface="Segoe UI"/>
              </a:rPr>
              <a:t>: The default driver </a:t>
            </a:r>
            <a:r>
              <a:rPr lang="en-US" sz="2200" b="0" strike="noStrike" spc="-1" dirty="0" smtClean="0">
                <a:solidFill>
                  <a:srgbClr val="808080"/>
                </a:solidFill>
                <a:latin typeface="Segoe UI"/>
              </a:rPr>
              <a:t>forwards</a:t>
            </a:r>
            <a:br>
              <a:rPr lang="en-US" sz="2200" b="0" strike="noStrike" spc="-1" dirty="0" smtClean="0">
                <a:solidFill>
                  <a:srgbClr val="808080"/>
                </a:solidFill>
                <a:latin typeface="Segoe UI"/>
              </a:rPr>
            </a:br>
            <a:r>
              <a:rPr lang="en-US" sz="2200" b="0" strike="noStrike" spc="-1" dirty="0" smtClean="0">
                <a:solidFill>
                  <a:srgbClr val="808080"/>
                </a:solidFill>
                <a:latin typeface="Segoe UI"/>
              </a:rPr>
              <a:t> </a:t>
            </a:r>
            <a:r>
              <a:rPr lang="en-US" sz="2200" b="0" strike="noStrike" spc="-1" dirty="0">
                <a:solidFill>
                  <a:srgbClr val="808080"/>
                </a:solidFill>
                <a:latin typeface="Segoe UI"/>
              </a:rPr>
              <a:t>traffic between all connected </a:t>
            </a:r>
            <a:r>
              <a:rPr lang="en-US" sz="2200" b="0" strike="noStrike" spc="-1" dirty="0" smtClean="0">
                <a:solidFill>
                  <a:srgbClr val="808080"/>
                </a:solidFill>
                <a:latin typeface="Segoe UI"/>
              </a:rPr>
              <a:t>containers</a:t>
            </a:r>
            <a:br>
              <a:rPr lang="en-US" sz="2200" b="0" strike="noStrike" spc="-1" dirty="0" smtClean="0">
                <a:solidFill>
                  <a:srgbClr val="808080"/>
                </a:solidFill>
                <a:latin typeface="Segoe UI"/>
              </a:rPr>
            </a:br>
            <a:r>
              <a:rPr lang="en-US" sz="2200" b="0" strike="noStrike" spc="-1" dirty="0" smtClean="0">
                <a:solidFill>
                  <a:srgbClr val="808080"/>
                </a:solidFill>
                <a:latin typeface="Segoe UI"/>
              </a:rPr>
              <a:t> </a:t>
            </a:r>
            <a:r>
              <a:rPr lang="en-US" sz="2200" b="0" strike="noStrike" spc="-1" dirty="0">
                <a:solidFill>
                  <a:srgbClr val="808080"/>
                </a:solidFill>
                <a:latin typeface="Segoe UI"/>
              </a:rPr>
              <a:t>and isolates them from the other </a:t>
            </a:r>
            <a:r>
              <a:rPr lang="en-US" sz="2200" b="0" strike="noStrike" spc="-1" dirty="0" smtClean="0">
                <a:solidFill>
                  <a:srgbClr val="808080"/>
                </a:solidFill>
                <a:latin typeface="Segoe UI"/>
              </a:rPr>
              <a:t/>
            </a:r>
            <a:br>
              <a:rPr lang="en-US" sz="2200" b="0" strike="noStrike" spc="-1" dirty="0" smtClean="0">
                <a:solidFill>
                  <a:srgbClr val="808080"/>
                </a:solidFill>
                <a:latin typeface="Segoe UI"/>
              </a:rPr>
            </a:br>
            <a:r>
              <a:rPr lang="en-US" sz="2200" b="0" strike="noStrike" spc="-1" dirty="0" smtClean="0">
                <a:solidFill>
                  <a:srgbClr val="808080"/>
                </a:solidFill>
                <a:latin typeface="Segoe UI"/>
              </a:rPr>
              <a:t>containers </a:t>
            </a:r>
            <a:r>
              <a:rPr lang="en-US" sz="2200" b="0" strike="noStrike" spc="-1" dirty="0">
                <a:solidFill>
                  <a:srgbClr val="808080"/>
                </a:solidFill>
                <a:latin typeface="Segoe UI"/>
              </a:rPr>
              <a:t>are not connected to the </a:t>
            </a:r>
            <a:r>
              <a:rPr lang="en-US" sz="2200" b="0" strike="noStrike" spc="-1" dirty="0" smtClean="0">
                <a:solidFill>
                  <a:srgbClr val="808080"/>
                </a:solidFill>
                <a:latin typeface="Segoe UI"/>
              </a:rPr>
              <a:t/>
            </a:r>
            <a:br>
              <a:rPr lang="en-US" sz="2200" b="0" strike="noStrike" spc="-1" dirty="0" smtClean="0">
                <a:solidFill>
                  <a:srgbClr val="808080"/>
                </a:solidFill>
                <a:latin typeface="Segoe UI"/>
              </a:rPr>
            </a:br>
            <a:r>
              <a:rPr lang="en-US" sz="2200" b="0" strike="noStrike" spc="-1" dirty="0" smtClean="0">
                <a:solidFill>
                  <a:srgbClr val="808080"/>
                </a:solidFill>
                <a:latin typeface="Segoe UI"/>
              </a:rPr>
              <a:t>bridge </a:t>
            </a:r>
            <a:r>
              <a:rPr lang="en-US" sz="2200" b="0" strike="noStrike" spc="-1" dirty="0">
                <a:solidFill>
                  <a:srgbClr val="808080"/>
                </a:solidFill>
                <a:latin typeface="Segoe UI"/>
              </a:rPr>
              <a:t>in the same </a:t>
            </a:r>
            <a:r>
              <a:rPr lang="en-US" sz="2200" b="0" strike="noStrike" spc="-1" dirty="0" smtClean="0">
                <a:solidFill>
                  <a:srgbClr val="808080"/>
                </a:solidFill>
                <a:latin typeface="Segoe UI"/>
              </a:rPr>
              <a:t>Docker </a:t>
            </a:r>
            <a:r>
              <a:rPr lang="en-US" sz="2200" b="0" strike="noStrike" spc="-1" dirty="0">
                <a:solidFill>
                  <a:srgbClr val="808080"/>
                </a:solidFill>
                <a:latin typeface="Segoe UI"/>
              </a:rPr>
              <a:t>host</a:t>
            </a:r>
            <a:r>
              <a:rPr lang="en-US" sz="2200" b="0" strike="noStrike" spc="-1" dirty="0" smtClean="0">
                <a:solidFill>
                  <a:srgbClr val="808080"/>
                </a:solidFill>
                <a:latin typeface="Segoe UI"/>
              </a:rPr>
              <a:t>.</a:t>
            </a:r>
          </a:p>
          <a:p>
            <a:pPr marL="514440" indent="-285840">
              <a:lnSpc>
                <a:spcPct val="150000"/>
              </a:lnSpc>
              <a:spcBef>
                <a:spcPts val="541"/>
              </a:spcBef>
              <a:spcAft>
                <a:spcPts val="1199"/>
              </a:spcAft>
              <a:buClr>
                <a:srgbClr val="808080"/>
              </a:buClr>
              <a:buFont typeface="Arial"/>
              <a:buChar char="•"/>
            </a:pPr>
            <a:r>
              <a:rPr lang="en-US" sz="2200" spc="-1" dirty="0" smtClean="0">
                <a:solidFill>
                  <a:srgbClr val="808080"/>
                </a:solidFill>
                <a:latin typeface="Segoe UI"/>
              </a:rPr>
              <a:t>What about localhost in each container?</a:t>
            </a:r>
            <a:br>
              <a:rPr lang="en-US" sz="2200" spc="-1" dirty="0" smtClean="0">
                <a:solidFill>
                  <a:srgbClr val="808080"/>
                </a:solidFill>
                <a:latin typeface="Segoe UI"/>
              </a:rPr>
            </a:br>
            <a:endParaRPr lang="en-US" sz="2200" b="0" strike="noStrike" spc="-1" dirty="0">
              <a:latin typeface="Arial"/>
            </a:endParaRPr>
          </a:p>
          <a:p>
            <a:pPr>
              <a:lnSpc>
                <a:spcPct val="90000"/>
              </a:lnSpc>
              <a:spcBef>
                <a:spcPts val="1417"/>
              </a:spcBef>
              <a:buNone/>
            </a:pPr>
            <a:endParaRPr lang="en-US" sz="1800" b="0" strike="noStrike" spc="-1" dirty="0">
              <a:latin typeface="Arial"/>
            </a:endParaRPr>
          </a:p>
          <a:p>
            <a:pPr>
              <a:lnSpc>
                <a:spcPct val="90000"/>
              </a:lnSpc>
              <a:spcBef>
                <a:spcPts val="1417"/>
              </a:spcBef>
              <a:buNone/>
            </a:pPr>
            <a:endParaRPr lang="en-US" sz="1800" b="0" strike="noStrike" spc="-1" dirty="0">
              <a:latin typeface="Arial"/>
            </a:endParaRPr>
          </a:p>
        </p:txBody>
      </p:sp>
      <p:sp>
        <p:nvSpPr>
          <p:cNvPr id="4" name="PlaceHolder 3"/>
          <p:cNvSpPr>
            <a:spLocks noGrp="1"/>
          </p:cNvSpPr>
          <p:nvPr>
            <p:ph type="sldNum" idx="5"/>
          </p:nvPr>
        </p:nvSpPr>
        <p:spPr/>
        <p:txBody>
          <a:bodyPr/>
          <a:lstStyle/>
          <a:p>
            <a:fld id="{927A61BE-50B0-471D-876F-8CB561F38C6D}" type="slidenum">
              <a:t>19</a:t>
            </a:fld>
            <a:endParaRPr/>
          </a:p>
        </p:txBody>
      </p:sp>
      <p:pic>
        <p:nvPicPr>
          <p:cNvPr id="3" name="Picture 2"/>
          <p:cNvPicPr>
            <a:picLocks noChangeAspect="1"/>
          </p:cNvPicPr>
          <p:nvPr/>
        </p:nvPicPr>
        <p:blipFill>
          <a:blip r:embed="rId3"/>
          <a:stretch>
            <a:fillRect/>
          </a:stretch>
        </p:blipFill>
        <p:spPr>
          <a:xfrm>
            <a:off x="5986270" y="1482120"/>
            <a:ext cx="5967890" cy="5211503"/>
          </a:xfrm>
          <a:prstGeom prst="rect">
            <a:avLst/>
          </a:prstGeom>
        </p:spPr>
      </p:pic>
    </p:spTree>
    <p:extLst>
      <p:ext uri="{BB962C8B-B14F-4D97-AF65-F5344CB8AC3E}">
        <p14:creationId xmlns:p14="http://schemas.microsoft.com/office/powerpoint/2010/main" val="3611935167"/>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a:solidFill>
                  <a:srgbClr val="FFFFFF"/>
                </a:solidFill>
                <a:latin typeface="Segoe UI Light"/>
              </a:rPr>
              <a:t>Docker </a:t>
            </a:r>
            <a:r>
              <a:rPr lang="en-US" sz="3600" b="0" strike="noStrike" spc="-1" dirty="0" smtClean="0">
                <a:solidFill>
                  <a:srgbClr val="FFFFFF"/>
                </a:solidFill>
                <a:latin typeface="Segoe UI Light"/>
              </a:rPr>
              <a:t>networking</a:t>
            </a:r>
            <a:br>
              <a:rPr lang="en-US" sz="3600" b="0" strike="noStrike" spc="-1" dirty="0" smtClean="0">
                <a:solidFill>
                  <a:srgbClr val="FFFFFF"/>
                </a:solidFill>
                <a:latin typeface="Segoe UI Light"/>
              </a:rPr>
            </a:br>
            <a:r>
              <a:rPr lang="en-US" sz="3600" b="0" strike="noStrike" spc="-1" dirty="0" smtClean="0">
                <a:solidFill>
                  <a:srgbClr val="FFFFFF"/>
                </a:solidFill>
                <a:latin typeface="Segoe UI Light"/>
              </a:rPr>
              <a:t>Host</a:t>
            </a:r>
            <a:endParaRPr lang="en-US" sz="3600" b="0" strike="noStrike" spc="-1" dirty="0">
              <a:latin typeface="Arial"/>
            </a:endParaRPr>
          </a:p>
        </p:txBody>
      </p:sp>
      <p:sp>
        <p:nvSpPr>
          <p:cNvPr id="128" name="PlaceHolder 2"/>
          <p:cNvSpPr>
            <a:spLocks noGrp="1"/>
          </p:cNvSpPr>
          <p:nvPr>
            <p:ph idx="4294967295"/>
          </p:nvPr>
        </p:nvSpPr>
        <p:spPr>
          <a:xfrm>
            <a:off x="780120" y="1731960"/>
            <a:ext cx="11174040" cy="4350600"/>
          </a:xfrm>
          <a:prstGeom prst="rect">
            <a:avLst/>
          </a:prstGeom>
          <a:noFill/>
          <a:ln w="0">
            <a:noFill/>
          </a:ln>
        </p:spPr>
        <p:txBody>
          <a:bodyPr lIns="90000" tIns="45000" rIns="90000" bIns="45000" anchor="t">
            <a:normAutofit fontScale="90500" lnSpcReduction="20000"/>
          </a:bodyPr>
          <a:lstStyle/>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Removes </a:t>
            </a:r>
            <a:r>
              <a:rPr lang="en-US" sz="1800" b="0" strike="noStrike" spc="-1" dirty="0">
                <a:solidFill>
                  <a:srgbClr val="808080"/>
                </a:solidFill>
                <a:latin typeface="Segoe UI"/>
              </a:rPr>
              <a:t>the network </a:t>
            </a:r>
            <a:r>
              <a:rPr lang="en-US" sz="1800" b="0" strike="noStrike" spc="-1" dirty="0" smtClean="0">
                <a:solidFill>
                  <a:srgbClr val="808080"/>
                </a:solidFill>
                <a:latin typeface="Segoe UI"/>
              </a:rPr>
              <a:t>isolation</a:t>
            </a:r>
            <a:r>
              <a:rPr lang="en-US" sz="1800" spc="-1" dirty="0">
                <a:solidFill>
                  <a:srgbClr val="808080"/>
                </a:solidFill>
                <a:latin typeface="Segoe UI"/>
              </a:rPr>
              <a:t>.</a:t>
            </a:r>
            <a:endParaRPr lang="en-US" sz="1800" b="0" strike="noStrike" spc="-1" dirty="0" smtClean="0">
              <a:solidFill>
                <a:srgbClr val="808080"/>
              </a:solidFill>
              <a:latin typeface="Segoe UI"/>
            </a:endParaRPr>
          </a:p>
          <a:p>
            <a:pPr marL="971640" lvl="1" indent="-285840">
              <a:lnSpc>
                <a:spcPct val="150000"/>
              </a:lnSpc>
              <a:spcBef>
                <a:spcPts val="541"/>
              </a:spcBef>
              <a:spcAft>
                <a:spcPts val="1199"/>
              </a:spcAft>
              <a:buClr>
                <a:srgbClr val="808080"/>
              </a:buClr>
              <a:buFont typeface="Arial"/>
              <a:buChar char="•"/>
            </a:pPr>
            <a:r>
              <a:rPr lang="en-US" sz="1800" spc="-1" dirty="0" smtClean="0">
                <a:solidFill>
                  <a:srgbClr val="808080"/>
                </a:solidFill>
                <a:latin typeface="Segoe UI"/>
              </a:rPr>
              <a:t>All containers use the Docker host sockets.</a:t>
            </a:r>
          </a:p>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No IP for each container.</a:t>
            </a:r>
          </a:p>
          <a:p>
            <a:pPr marL="971640" lvl="1" indent="-285840">
              <a:lnSpc>
                <a:spcPct val="150000"/>
              </a:lnSpc>
              <a:spcBef>
                <a:spcPts val="541"/>
              </a:spcBef>
              <a:spcAft>
                <a:spcPts val="1199"/>
              </a:spcAft>
              <a:buClr>
                <a:srgbClr val="808080"/>
              </a:buClr>
              <a:buFont typeface="Arial"/>
              <a:buChar char="•"/>
            </a:pPr>
            <a:r>
              <a:rPr lang="en-US" sz="1800" spc="-1" dirty="0" smtClean="0">
                <a:solidFill>
                  <a:srgbClr val="808080"/>
                </a:solidFill>
                <a:latin typeface="Segoe UI"/>
              </a:rPr>
              <a:t>All containers must have different port assigned.</a:t>
            </a:r>
          </a:p>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1</a:t>
            </a:r>
            <a:r>
              <a:rPr lang="en-US" sz="1800" b="0" strike="noStrike" spc="-1" baseline="30000" dirty="0" smtClean="0">
                <a:solidFill>
                  <a:srgbClr val="808080"/>
                </a:solidFill>
                <a:latin typeface="Segoe UI"/>
              </a:rPr>
              <a:t>st</a:t>
            </a:r>
            <a:r>
              <a:rPr lang="en-US" sz="1800" b="0" strike="noStrike" spc="-1" dirty="0" smtClean="0">
                <a:solidFill>
                  <a:srgbClr val="808080"/>
                </a:solidFill>
                <a:latin typeface="Segoe UI"/>
              </a:rPr>
              <a:t> apache socket; 192.168.1.7:80</a:t>
            </a:r>
          </a:p>
          <a:p>
            <a:pPr marL="971640" lvl="1" indent="-285840">
              <a:lnSpc>
                <a:spcPct val="150000"/>
              </a:lnSpc>
              <a:spcBef>
                <a:spcPts val="541"/>
              </a:spcBef>
              <a:spcAft>
                <a:spcPts val="1199"/>
              </a:spcAft>
              <a:buClr>
                <a:srgbClr val="808080"/>
              </a:buClr>
              <a:buFont typeface="Arial"/>
              <a:buChar char="•"/>
            </a:pPr>
            <a:r>
              <a:rPr lang="en-US" sz="1800" spc="-1" dirty="0" smtClean="0">
                <a:solidFill>
                  <a:srgbClr val="808080"/>
                </a:solidFill>
                <a:latin typeface="Segoe UI"/>
              </a:rPr>
              <a:t>2</a:t>
            </a:r>
            <a:r>
              <a:rPr lang="en-US" sz="1800" spc="-1" baseline="30000" dirty="0" smtClean="0">
                <a:solidFill>
                  <a:srgbClr val="808080"/>
                </a:solidFill>
                <a:latin typeface="Segoe UI"/>
              </a:rPr>
              <a:t>nd</a:t>
            </a:r>
            <a:r>
              <a:rPr lang="en-US" sz="1800" spc="-1" dirty="0" smtClean="0">
                <a:solidFill>
                  <a:srgbClr val="808080"/>
                </a:solidFill>
                <a:latin typeface="Segoe UI"/>
              </a:rPr>
              <a:t> apache socket: 192.168.1.7:81</a:t>
            </a:r>
          </a:p>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MySQL socket: 192.168.1.7:3306</a:t>
            </a:r>
          </a:p>
          <a:p>
            <a:pPr marL="971640" lvl="1" indent="-285840">
              <a:lnSpc>
                <a:spcPct val="150000"/>
              </a:lnSpc>
              <a:spcBef>
                <a:spcPts val="541"/>
              </a:spcBef>
              <a:spcAft>
                <a:spcPts val="1199"/>
              </a:spcAft>
              <a:buClr>
                <a:srgbClr val="808080"/>
              </a:buClr>
              <a:buFont typeface="Arial"/>
              <a:buChar char="•"/>
            </a:pPr>
            <a:r>
              <a:rPr lang="en-US" sz="1800" spc="-1" dirty="0" smtClean="0">
                <a:solidFill>
                  <a:srgbClr val="808080"/>
                </a:solidFill>
                <a:latin typeface="Segoe UI"/>
              </a:rPr>
              <a:t>What about localhost in each container?</a:t>
            </a:r>
            <a:endParaRPr lang="en-US" sz="1800" b="0" strike="noStrike" spc="-1" dirty="0" smtClean="0">
              <a:solidFill>
                <a:srgbClr val="808080"/>
              </a:solidFill>
              <a:latin typeface="Segoe UI"/>
            </a:endParaRPr>
          </a:p>
          <a:p>
            <a:pPr marL="971640" lvl="1" indent="-285840">
              <a:lnSpc>
                <a:spcPct val="150000"/>
              </a:lnSpc>
              <a:spcBef>
                <a:spcPts val="541"/>
              </a:spcBef>
              <a:spcAft>
                <a:spcPts val="1199"/>
              </a:spcAft>
              <a:buClr>
                <a:srgbClr val="808080"/>
              </a:buClr>
              <a:buFont typeface="Arial"/>
              <a:buChar char="•"/>
            </a:pPr>
            <a:endParaRPr lang="en-US" sz="1800" spc="-1" dirty="0">
              <a:solidFill>
                <a:srgbClr val="808080"/>
              </a:solidFill>
              <a:latin typeface="Segoe UI"/>
            </a:endParaRPr>
          </a:p>
          <a:p>
            <a:pPr lvl="1" indent="0">
              <a:lnSpc>
                <a:spcPct val="150000"/>
              </a:lnSpc>
              <a:spcBef>
                <a:spcPts val="541"/>
              </a:spcBef>
              <a:spcAft>
                <a:spcPts val="1199"/>
              </a:spcAft>
              <a:buClr>
                <a:srgbClr val="808080"/>
              </a:buClr>
              <a:buNone/>
            </a:pPr>
            <a:endParaRPr lang="en-US" sz="1800" b="0" strike="noStrike" spc="-1" dirty="0">
              <a:latin typeface="Arial"/>
            </a:endParaRPr>
          </a:p>
          <a:p>
            <a:pPr>
              <a:lnSpc>
                <a:spcPct val="90000"/>
              </a:lnSpc>
              <a:spcBef>
                <a:spcPts val="1417"/>
              </a:spcBef>
              <a:buNone/>
            </a:pPr>
            <a:endParaRPr lang="en-US" sz="1800" b="0" strike="noStrike" spc="-1" dirty="0">
              <a:latin typeface="Arial"/>
            </a:endParaRPr>
          </a:p>
          <a:p>
            <a:pPr>
              <a:lnSpc>
                <a:spcPct val="90000"/>
              </a:lnSpc>
              <a:spcBef>
                <a:spcPts val="1417"/>
              </a:spcBef>
              <a:buNone/>
            </a:pPr>
            <a:endParaRPr lang="en-US" sz="1800" b="0" strike="noStrike" spc="-1" dirty="0">
              <a:latin typeface="Arial"/>
            </a:endParaRPr>
          </a:p>
        </p:txBody>
      </p:sp>
      <p:sp>
        <p:nvSpPr>
          <p:cNvPr id="4" name="PlaceHolder 3"/>
          <p:cNvSpPr>
            <a:spLocks noGrp="1"/>
          </p:cNvSpPr>
          <p:nvPr>
            <p:ph type="sldNum" idx="5"/>
          </p:nvPr>
        </p:nvSpPr>
        <p:spPr/>
        <p:txBody>
          <a:bodyPr/>
          <a:lstStyle/>
          <a:p>
            <a:fld id="{927A61BE-50B0-471D-876F-8CB561F38C6D}" type="slidenum">
              <a:t>20</a:t>
            </a:fld>
            <a:endParaRPr/>
          </a:p>
        </p:txBody>
      </p:sp>
      <p:pic>
        <p:nvPicPr>
          <p:cNvPr id="2" name="Picture 1"/>
          <p:cNvPicPr>
            <a:picLocks noChangeAspect="1"/>
          </p:cNvPicPr>
          <p:nvPr/>
        </p:nvPicPr>
        <p:blipFill>
          <a:blip r:embed="rId3"/>
          <a:stretch>
            <a:fillRect/>
          </a:stretch>
        </p:blipFill>
        <p:spPr>
          <a:xfrm>
            <a:off x="8077320" y="2243465"/>
            <a:ext cx="3515216" cy="4477375"/>
          </a:xfrm>
          <a:prstGeom prst="rect">
            <a:avLst/>
          </a:prstGeom>
        </p:spPr>
      </p:pic>
    </p:spTree>
    <p:extLst>
      <p:ext uri="{BB962C8B-B14F-4D97-AF65-F5344CB8AC3E}">
        <p14:creationId xmlns:p14="http://schemas.microsoft.com/office/powerpoint/2010/main" val="2002805669"/>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a:solidFill>
                  <a:srgbClr val="FFFFFF"/>
                </a:solidFill>
                <a:latin typeface="Segoe UI Light"/>
              </a:rPr>
              <a:t>Docker </a:t>
            </a:r>
            <a:r>
              <a:rPr lang="en-US" sz="3600" b="0" strike="noStrike" spc="-1" dirty="0" smtClean="0">
                <a:solidFill>
                  <a:srgbClr val="FFFFFF"/>
                </a:solidFill>
                <a:latin typeface="Segoe UI Light"/>
              </a:rPr>
              <a:t>networking</a:t>
            </a:r>
            <a:br>
              <a:rPr lang="en-US" sz="3600" b="0" strike="noStrike" spc="-1" dirty="0" smtClean="0">
                <a:solidFill>
                  <a:srgbClr val="FFFFFF"/>
                </a:solidFill>
                <a:latin typeface="Segoe UI Light"/>
              </a:rPr>
            </a:br>
            <a:r>
              <a:rPr lang="en-US" sz="3600" b="0" strike="noStrike" spc="-1" dirty="0" smtClean="0">
                <a:solidFill>
                  <a:srgbClr val="FFFFFF"/>
                </a:solidFill>
                <a:latin typeface="Segoe UI Light"/>
              </a:rPr>
              <a:t>Overlay</a:t>
            </a:r>
            <a:endParaRPr lang="en-US" sz="3600" b="0" strike="noStrike" spc="-1" dirty="0">
              <a:latin typeface="Arial"/>
            </a:endParaRPr>
          </a:p>
        </p:txBody>
      </p:sp>
      <p:sp>
        <p:nvSpPr>
          <p:cNvPr id="128" name="PlaceHolder 2"/>
          <p:cNvSpPr>
            <a:spLocks noGrp="1"/>
          </p:cNvSpPr>
          <p:nvPr>
            <p:ph idx="4294967295"/>
          </p:nvPr>
        </p:nvSpPr>
        <p:spPr>
          <a:xfrm>
            <a:off x="780120" y="1731960"/>
            <a:ext cx="11174040" cy="4350600"/>
          </a:xfrm>
          <a:prstGeom prst="rect">
            <a:avLst/>
          </a:prstGeom>
          <a:noFill/>
          <a:ln w="0">
            <a:noFill/>
          </a:ln>
        </p:spPr>
        <p:txBody>
          <a:bodyPr lIns="90000" tIns="45000" rIns="90000" bIns="45000" anchor="t">
            <a:normAutofit fontScale="98000"/>
          </a:bodyPr>
          <a:lstStyle/>
          <a:p>
            <a:pPr marL="971640" lvl="1" indent="-285840">
              <a:lnSpc>
                <a:spcPct val="150000"/>
              </a:lnSpc>
              <a:spcBef>
                <a:spcPts val="541"/>
              </a:spcBef>
              <a:spcAft>
                <a:spcPts val="1199"/>
              </a:spcAft>
              <a:buClr>
                <a:srgbClr val="808080"/>
              </a:buClr>
              <a:buFont typeface="Arial"/>
              <a:buChar char="•"/>
            </a:pPr>
            <a:r>
              <a:rPr lang="en-US" sz="1800" b="0" strike="noStrike" spc="-1" dirty="0" smtClean="0">
                <a:solidFill>
                  <a:srgbClr val="808080"/>
                </a:solidFill>
                <a:latin typeface="Segoe UI"/>
              </a:rPr>
              <a:t>Connects </a:t>
            </a:r>
            <a:r>
              <a:rPr lang="en-US" sz="1800" b="0" strike="noStrike" spc="-1" dirty="0">
                <a:solidFill>
                  <a:srgbClr val="808080"/>
                </a:solidFill>
                <a:latin typeface="Segoe UI"/>
              </a:rPr>
              <a:t>multiple </a:t>
            </a:r>
            <a:r>
              <a:rPr lang="en-US" sz="1800" b="0" strike="noStrike" spc="-1" dirty="0" smtClean="0">
                <a:solidFill>
                  <a:srgbClr val="808080"/>
                </a:solidFill>
                <a:latin typeface="Segoe UI"/>
              </a:rPr>
              <a:t>Docker </a:t>
            </a:r>
            <a:r>
              <a:rPr lang="en-US" sz="1800" b="0" strike="noStrike" spc="-1" dirty="0">
                <a:solidFill>
                  <a:srgbClr val="808080"/>
                </a:solidFill>
                <a:latin typeface="Segoe UI"/>
              </a:rPr>
              <a:t>daemons together without needs from OS routing.</a:t>
            </a:r>
            <a:endParaRPr lang="en-US" sz="1800" b="0" strike="noStrike" spc="-1" dirty="0">
              <a:latin typeface="Arial"/>
            </a:endParaRPr>
          </a:p>
          <a:p>
            <a:pPr>
              <a:lnSpc>
                <a:spcPct val="90000"/>
              </a:lnSpc>
              <a:spcBef>
                <a:spcPts val="1417"/>
              </a:spcBef>
              <a:buNone/>
            </a:pPr>
            <a:endParaRPr lang="en-US" sz="1800" b="0" strike="noStrike" spc="-1" dirty="0">
              <a:latin typeface="Arial"/>
            </a:endParaRPr>
          </a:p>
          <a:p>
            <a:pPr>
              <a:lnSpc>
                <a:spcPct val="90000"/>
              </a:lnSpc>
              <a:spcBef>
                <a:spcPts val="1417"/>
              </a:spcBef>
              <a:buNone/>
            </a:pPr>
            <a:endParaRPr lang="en-US" sz="1800" b="0" strike="noStrike" spc="-1" dirty="0">
              <a:latin typeface="Arial"/>
            </a:endParaRPr>
          </a:p>
        </p:txBody>
      </p:sp>
      <p:sp>
        <p:nvSpPr>
          <p:cNvPr id="4" name="PlaceHolder 3"/>
          <p:cNvSpPr>
            <a:spLocks noGrp="1"/>
          </p:cNvSpPr>
          <p:nvPr>
            <p:ph type="sldNum" idx="5"/>
          </p:nvPr>
        </p:nvSpPr>
        <p:spPr/>
        <p:txBody>
          <a:bodyPr/>
          <a:lstStyle/>
          <a:p>
            <a:fld id="{927A61BE-50B0-471D-876F-8CB561F38C6D}" type="slidenum">
              <a:t>21</a:t>
            </a:fld>
            <a:endParaRPr/>
          </a:p>
        </p:txBody>
      </p:sp>
      <p:pic>
        <p:nvPicPr>
          <p:cNvPr id="3" name="Picture 2"/>
          <p:cNvPicPr>
            <a:picLocks noChangeAspect="1"/>
          </p:cNvPicPr>
          <p:nvPr/>
        </p:nvPicPr>
        <p:blipFill>
          <a:blip r:embed="rId3"/>
          <a:stretch>
            <a:fillRect/>
          </a:stretch>
        </p:blipFill>
        <p:spPr>
          <a:xfrm>
            <a:off x="82296" y="2215515"/>
            <a:ext cx="12192000" cy="4029837"/>
          </a:xfrm>
          <a:prstGeom prst="rect">
            <a:avLst/>
          </a:prstGeom>
        </p:spPr>
      </p:pic>
    </p:spTree>
    <p:extLst>
      <p:ext uri="{BB962C8B-B14F-4D97-AF65-F5344CB8AC3E}">
        <p14:creationId xmlns:p14="http://schemas.microsoft.com/office/powerpoint/2010/main" val="3307080194"/>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networking(contd)</a:t>
            </a:r>
            <a:endParaRPr lang="en-US" sz="3600" b="0" strike="noStrike" spc="-1">
              <a:latin typeface="Arial"/>
            </a:endParaRPr>
          </a:p>
        </p:txBody>
      </p:sp>
      <p:sp>
        <p:nvSpPr>
          <p:cNvPr id="130" name="PlaceHolder 2"/>
          <p:cNvSpPr>
            <a:spLocks noGrp="1"/>
          </p:cNvSpPr>
          <p:nvPr>
            <p:ph/>
          </p:nvPr>
        </p:nvSpPr>
        <p:spPr>
          <a:xfrm>
            <a:off x="780120" y="1731960"/>
            <a:ext cx="11174040" cy="4988880"/>
          </a:xfrm>
          <a:prstGeom prst="rect">
            <a:avLst/>
          </a:prstGeom>
          <a:noFill/>
          <a:ln w="0">
            <a:noFill/>
          </a:ln>
        </p:spPr>
        <p:txBody>
          <a:bodyPr lIns="90000" tIns="45000" rIns="90000" bIns="45000" anchor="t">
            <a:normAutofit fontScale="53000" lnSpcReduction="20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Working with docker bridge networking:</a:t>
            </a:r>
            <a:endParaRPr lang="en-US" sz="2400" b="0" strike="noStrike" spc="-1">
              <a:latin typeface="Arial"/>
            </a:endParaRPr>
          </a:p>
          <a:p>
            <a:pPr marL="971640" lvl="1" indent="-285840">
              <a:lnSpc>
                <a:spcPct val="150000"/>
              </a:lnSpc>
              <a:spcBef>
                <a:spcPts val="541"/>
              </a:spcBef>
              <a:spcAft>
                <a:spcPts val="1199"/>
              </a:spcAft>
              <a:buClr>
                <a:srgbClr val="808080"/>
              </a:buClr>
              <a:buFont typeface="Arial"/>
              <a:buChar char="•"/>
            </a:pPr>
            <a:r>
              <a:rPr lang="en-US" sz="1800" b="0" strike="noStrike" spc="-1">
                <a:solidFill>
                  <a:srgbClr val="808080"/>
                </a:solidFill>
                <a:latin typeface="Segoe UI"/>
              </a:rPr>
              <a:t>To create:</a:t>
            </a:r>
            <a:endParaRPr lang="en-US" sz="1800" b="0" strike="noStrike" spc="-1">
              <a:latin typeface="Arial"/>
            </a:endParaRPr>
          </a:p>
          <a:p>
            <a:pPr marL="1428840" lvl="2" indent="-285840">
              <a:lnSpc>
                <a:spcPct val="150000"/>
              </a:lnSpc>
              <a:spcBef>
                <a:spcPts val="479"/>
              </a:spcBef>
              <a:spcAft>
                <a:spcPts val="1199"/>
              </a:spcAft>
              <a:buClr>
                <a:srgbClr val="808080"/>
              </a:buClr>
              <a:buFont typeface="Arial"/>
              <a:buChar char="•"/>
            </a:pPr>
            <a:r>
              <a:rPr lang="en-US" sz="1600" b="0" strike="noStrike" spc="-1">
                <a:solidFill>
                  <a:srgbClr val="808080"/>
                </a:solidFill>
                <a:latin typeface="Segoe UI"/>
              </a:rPr>
              <a:t>sudo docker network create &lt;Network name&gt;</a:t>
            </a:r>
            <a:endParaRPr lang="en-US" sz="1600" b="0" strike="noStrike" spc="-1">
              <a:latin typeface="Arial"/>
            </a:endParaRPr>
          </a:p>
          <a:p>
            <a:pPr marL="1428840" lvl="2" indent="-285840">
              <a:lnSpc>
                <a:spcPct val="150000"/>
              </a:lnSpc>
              <a:spcBef>
                <a:spcPts val="479"/>
              </a:spcBef>
              <a:spcAft>
                <a:spcPts val="1199"/>
              </a:spcAft>
              <a:buClr>
                <a:srgbClr val="808080"/>
              </a:buClr>
              <a:buFont typeface="Arial"/>
              <a:buChar char="•"/>
            </a:pPr>
            <a:r>
              <a:rPr lang="en-US" sz="1600" b="0" strike="noStrike" spc="-1">
                <a:solidFill>
                  <a:srgbClr val="808080"/>
                </a:solidFill>
                <a:latin typeface="Segoe UI"/>
              </a:rPr>
              <a:t>docker network create --gateway  &lt;Gateway&gt; --subnet &lt;Subnet&gt; &lt;Network name&gt;</a:t>
            </a:r>
            <a:endParaRPr lang="en-US" sz="1600" b="0" strike="noStrike" spc="-1">
              <a:latin typeface="Arial"/>
            </a:endParaRPr>
          </a:p>
          <a:p>
            <a:pPr marL="971640" lvl="1" indent="-285840">
              <a:lnSpc>
                <a:spcPct val="150000"/>
              </a:lnSpc>
              <a:spcBef>
                <a:spcPts val="541"/>
              </a:spcBef>
              <a:spcAft>
                <a:spcPts val="1199"/>
              </a:spcAft>
              <a:buClr>
                <a:srgbClr val="808080"/>
              </a:buClr>
              <a:buFont typeface="Arial"/>
              <a:buChar char="•"/>
            </a:pPr>
            <a:r>
              <a:rPr lang="en-US" sz="1800" b="0" strike="noStrike" spc="-1">
                <a:solidFill>
                  <a:srgbClr val="808080"/>
                </a:solidFill>
                <a:latin typeface="Segoe UI"/>
              </a:rPr>
              <a:t>To list</a:t>
            </a:r>
            <a:endParaRPr lang="en-US" sz="1800" b="0" strike="noStrike" spc="-1">
              <a:latin typeface="Arial"/>
            </a:endParaRPr>
          </a:p>
          <a:p>
            <a:pPr marL="1428840" lvl="2" indent="-285840">
              <a:lnSpc>
                <a:spcPct val="150000"/>
              </a:lnSpc>
              <a:spcBef>
                <a:spcPts val="479"/>
              </a:spcBef>
              <a:spcAft>
                <a:spcPts val="1199"/>
              </a:spcAft>
              <a:buClr>
                <a:srgbClr val="808080"/>
              </a:buClr>
              <a:buFont typeface="Arial"/>
              <a:buChar char="•"/>
            </a:pPr>
            <a:r>
              <a:rPr lang="en-US" sz="1600" b="0" strike="noStrike" spc="-1">
                <a:solidFill>
                  <a:srgbClr val="808080"/>
                </a:solidFill>
                <a:latin typeface="Segoe UI"/>
              </a:rPr>
              <a:t>sudo docker network ls</a:t>
            </a:r>
            <a:endParaRPr lang="en-US" sz="1600" b="0" strike="noStrike" spc="-1">
              <a:latin typeface="Arial"/>
            </a:endParaRPr>
          </a:p>
          <a:p>
            <a:pPr marL="971640" lvl="1" indent="-285840">
              <a:lnSpc>
                <a:spcPct val="150000"/>
              </a:lnSpc>
              <a:spcBef>
                <a:spcPts val="541"/>
              </a:spcBef>
              <a:spcAft>
                <a:spcPts val="1199"/>
              </a:spcAft>
              <a:buClr>
                <a:srgbClr val="808080"/>
              </a:buClr>
              <a:buFont typeface="Arial"/>
              <a:buChar char="•"/>
            </a:pPr>
            <a:r>
              <a:rPr lang="en-US" sz="1800" b="0" strike="noStrike" spc="-1">
                <a:solidFill>
                  <a:srgbClr val="808080"/>
                </a:solidFill>
                <a:latin typeface="Segoe UI"/>
              </a:rPr>
              <a:t>To delete</a:t>
            </a:r>
            <a:endParaRPr lang="en-US" sz="1800" b="0" strike="noStrike" spc="-1">
              <a:latin typeface="Arial"/>
            </a:endParaRPr>
          </a:p>
          <a:p>
            <a:pPr marL="1428840" lvl="2" indent="-285840">
              <a:lnSpc>
                <a:spcPct val="150000"/>
              </a:lnSpc>
              <a:spcBef>
                <a:spcPts val="479"/>
              </a:spcBef>
              <a:spcAft>
                <a:spcPts val="1199"/>
              </a:spcAft>
              <a:buClr>
                <a:srgbClr val="808080"/>
              </a:buClr>
              <a:buFont typeface="Arial"/>
              <a:buChar char="•"/>
            </a:pPr>
            <a:r>
              <a:rPr lang="en-US" sz="1600" b="0" strike="noStrike" spc="-1">
                <a:solidFill>
                  <a:srgbClr val="808080"/>
                </a:solidFill>
                <a:latin typeface="Segoe UI"/>
              </a:rPr>
              <a:t>sudo docker network rm &lt;network name&gt;</a:t>
            </a:r>
            <a:endParaRPr lang="en-US" sz="1600" b="0" strike="noStrike" spc="-1">
              <a:latin typeface="Arial"/>
            </a:endParaRPr>
          </a:p>
          <a:p>
            <a:pPr marL="971640" lvl="1" indent="-285840">
              <a:lnSpc>
                <a:spcPct val="150000"/>
              </a:lnSpc>
              <a:spcBef>
                <a:spcPts val="541"/>
              </a:spcBef>
              <a:spcAft>
                <a:spcPts val="1199"/>
              </a:spcAft>
              <a:buClr>
                <a:srgbClr val="808080"/>
              </a:buClr>
              <a:buFont typeface="Arial"/>
              <a:buChar char="•"/>
            </a:pPr>
            <a:r>
              <a:rPr lang="en-US" sz="1800" b="0" strike="noStrike" spc="-1">
                <a:solidFill>
                  <a:srgbClr val="808080"/>
                </a:solidFill>
                <a:latin typeface="Segoe UI"/>
              </a:rPr>
              <a:t>To display network information</a:t>
            </a:r>
            <a:endParaRPr lang="en-US" sz="1800" b="0" strike="noStrike" spc="-1">
              <a:latin typeface="Arial"/>
            </a:endParaRPr>
          </a:p>
          <a:p>
            <a:pPr marL="1428840" lvl="2" indent="-285840">
              <a:lnSpc>
                <a:spcPct val="150000"/>
              </a:lnSpc>
              <a:spcBef>
                <a:spcPts val="479"/>
              </a:spcBef>
              <a:spcAft>
                <a:spcPts val="1199"/>
              </a:spcAft>
              <a:buClr>
                <a:srgbClr val="808080"/>
              </a:buClr>
              <a:buFont typeface="Arial"/>
              <a:buChar char="•"/>
            </a:pPr>
            <a:r>
              <a:rPr lang="en-US" sz="1600" b="0" strike="noStrike" spc="-1">
                <a:solidFill>
                  <a:srgbClr val="808080"/>
                </a:solidFill>
                <a:latin typeface="Segoe UI"/>
              </a:rPr>
              <a:t>sudo docker network inspet &lt;network name&gt;</a:t>
            </a:r>
            <a:endParaRPr lang="en-US" sz="1600" b="0" strike="noStrike" spc="-1">
              <a:latin typeface="Arial"/>
            </a:endParaRPr>
          </a:p>
          <a:p>
            <a:pPr marL="971640" lvl="1" indent="-285840">
              <a:lnSpc>
                <a:spcPct val="150000"/>
              </a:lnSpc>
              <a:spcBef>
                <a:spcPts val="541"/>
              </a:spcBef>
              <a:spcAft>
                <a:spcPts val="1199"/>
              </a:spcAft>
              <a:buClr>
                <a:srgbClr val="808080"/>
              </a:buClr>
              <a:buFont typeface="Arial"/>
              <a:buChar char="•"/>
            </a:pPr>
            <a:r>
              <a:rPr lang="en-US" sz="1800" b="0" strike="noStrike" spc="-1">
                <a:solidFill>
                  <a:srgbClr val="808080"/>
                </a:solidFill>
                <a:latin typeface="Segoe UI"/>
              </a:rPr>
              <a:t>To connect a container to a network</a:t>
            </a:r>
            <a:endParaRPr lang="en-US" sz="1800" b="0" strike="noStrike" spc="-1">
              <a:latin typeface="Arial"/>
            </a:endParaRPr>
          </a:p>
          <a:p>
            <a:pPr marL="1428840" lvl="2" indent="-285840">
              <a:lnSpc>
                <a:spcPct val="150000"/>
              </a:lnSpc>
              <a:spcBef>
                <a:spcPts val="479"/>
              </a:spcBef>
              <a:spcAft>
                <a:spcPts val="1199"/>
              </a:spcAft>
              <a:buClr>
                <a:srgbClr val="808080"/>
              </a:buClr>
              <a:buFont typeface="Arial"/>
              <a:buChar char="•"/>
            </a:pPr>
            <a:r>
              <a:rPr lang="en-US" sz="1600" b="0" strike="noStrike" spc="-1">
                <a:solidFill>
                  <a:srgbClr val="808080"/>
                </a:solidFill>
                <a:latin typeface="Segoe UI"/>
              </a:rPr>
              <a:t>sudo docker network connect &lt;Network nae&gt; &lt;Container name&gt;</a:t>
            </a:r>
            <a:endParaRPr lang="en-US" sz="1600" b="0" strike="noStrike" spc="-1">
              <a:latin typeface="Arial"/>
            </a:endParaRPr>
          </a:p>
          <a:p>
            <a:pPr>
              <a:lnSpc>
                <a:spcPct val="90000"/>
              </a:lnSpc>
              <a:spcBef>
                <a:spcPts val="1417"/>
              </a:spcBef>
              <a:buNone/>
            </a:pPr>
            <a:endParaRPr lang="en-US" sz="1800" b="0" strike="noStrike" spc="-1">
              <a:latin typeface="Arial"/>
            </a:endParaRPr>
          </a:p>
          <a:p>
            <a:pPr>
              <a:lnSpc>
                <a:spcPct val="90000"/>
              </a:lnSpc>
              <a:spcBef>
                <a:spcPts val="1417"/>
              </a:spcBef>
              <a:buNone/>
            </a:pPr>
            <a:endParaRPr lang="en-US" sz="1800" b="0" strike="noStrike" spc="-1">
              <a:latin typeface="Arial"/>
            </a:endParaRPr>
          </a:p>
        </p:txBody>
      </p:sp>
      <p:sp>
        <p:nvSpPr>
          <p:cNvPr id="4" name="PlaceHolder 3"/>
          <p:cNvSpPr>
            <a:spLocks noGrp="1"/>
          </p:cNvSpPr>
          <p:nvPr>
            <p:ph type="sldNum" idx="5"/>
          </p:nvPr>
        </p:nvSpPr>
        <p:spPr/>
        <p:txBody>
          <a:bodyPr/>
          <a:lstStyle/>
          <a:p>
            <a:fld id="{9078BB42-5CD5-42F3-8B85-F1AC3A949BBE}" type="slidenum">
              <a:t>22</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Container life cycle</a:t>
            </a:r>
            <a:endParaRPr lang="en-US" sz="3600" b="0" strike="noStrike" spc="-1">
              <a:latin typeface="Arial"/>
            </a:endParaRPr>
          </a:p>
        </p:txBody>
      </p:sp>
      <p:sp>
        <p:nvSpPr>
          <p:cNvPr id="132"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fontScale="97000"/>
          </a:bodyPr>
          <a:lstStyle/>
          <a:p>
            <a:pPr marL="285840" indent="-285840">
              <a:lnSpc>
                <a:spcPct val="150000"/>
              </a:lnSpc>
              <a:spcBef>
                <a:spcPts val="720"/>
              </a:spcBef>
              <a:spcAft>
                <a:spcPts val="1199"/>
              </a:spcAft>
              <a:buClr>
                <a:srgbClr val="808080"/>
              </a:buClr>
              <a:buFont typeface="Arial"/>
              <a:buChar char="•"/>
            </a:pPr>
            <a:r>
              <a:rPr lang="en-US" sz="2400" b="0" strike="noStrike" spc="-1" dirty="0">
                <a:solidFill>
                  <a:srgbClr val="808080"/>
                </a:solidFill>
                <a:latin typeface="Segoe UI"/>
              </a:rPr>
              <a:t>To list all running containers: </a:t>
            </a:r>
            <a:r>
              <a:rPr lang="en-US" sz="2400" b="0" strike="noStrike" spc="-1" dirty="0" err="1">
                <a:solidFill>
                  <a:srgbClr val="808080"/>
                </a:solidFill>
                <a:latin typeface="Segoe UI"/>
              </a:rPr>
              <a:t>docker</a:t>
            </a:r>
            <a:r>
              <a:rPr lang="en-US" sz="2400" b="0" strike="noStrike" spc="-1" dirty="0">
                <a:solidFill>
                  <a:srgbClr val="808080"/>
                </a:solidFill>
                <a:latin typeface="Segoe UI"/>
              </a:rPr>
              <a:t> </a:t>
            </a:r>
            <a:r>
              <a:rPr lang="en-US" sz="2400" b="0" strike="noStrike" spc="-1" dirty="0" err="1">
                <a:solidFill>
                  <a:srgbClr val="808080"/>
                </a:solidFill>
                <a:latin typeface="Segoe UI"/>
              </a:rPr>
              <a:t>ps</a:t>
            </a:r>
            <a:r>
              <a:rPr lang="en-US" sz="2400" b="0" strike="noStrike" spc="-1" dirty="0">
                <a:solidFill>
                  <a:srgbClr val="808080"/>
                </a:solidFill>
                <a:latin typeface="Segoe UI"/>
              </a:rPr>
              <a:t>-a</a:t>
            </a:r>
            <a:endParaRPr lang="en-US" sz="2400" b="0" strike="noStrike" spc="-1" dirty="0">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a:t>
            </a:r>
            <a:r>
              <a:rPr lang="en-US" sz="2200" b="0" strike="noStrike" spc="-1" dirty="0" err="1">
                <a:solidFill>
                  <a:srgbClr val="808080"/>
                </a:solidFill>
                <a:latin typeface="Segoe UI"/>
              </a:rPr>
              <a:t>sudo</a:t>
            </a:r>
            <a:r>
              <a:rPr lang="en-US" sz="2200" b="0" strike="noStrike" spc="-1" dirty="0">
                <a:solidFill>
                  <a:srgbClr val="808080"/>
                </a:solidFill>
                <a:latin typeface="Segoe UI"/>
              </a:rPr>
              <a:t> </a:t>
            </a:r>
            <a:r>
              <a:rPr lang="en-US" sz="2200" b="0" strike="noStrike" spc="-1" dirty="0" err="1">
                <a:solidFill>
                  <a:srgbClr val="808080"/>
                </a:solidFill>
                <a:latin typeface="Segoe UI"/>
              </a:rPr>
              <a:t>docker</a:t>
            </a:r>
            <a:r>
              <a:rPr lang="en-US" sz="2200" b="0" strike="noStrike" spc="-1" dirty="0">
                <a:solidFill>
                  <a:srgbClr val="808080"/>
                </a:solidFill>
                <a:latin typeface="Segoe UI"/>
              </a:rPr>
              <a:t> </a:t>
            </a:r>
            <a:r>
              <a:rPr lang="en-US" sz="2200" b="0" strike="noStrike" spc="-1" dirty="0" err="1">
                <a:solidFill>
                  <a:srgbClr val="808080"/>
                </a:solidFill>
                <a:latin typeface="Segoe UI"/>
              </a:rPr>
              <a:t>ps</a:t>
            </a:r>
            <a:r>
              <a:rPr lang="en-US" sz="2200" b="0" strike="noStrike" spc="-1" dirty="0">
                <a:solidFill>
                  <a:srgbClr val="808080"/>
                </a:solidFill>
                <a:latin typeface="Segoe UI"/>
              </a:rPr>
              <a:t> -a</a:t>
            </a:r>
            <a:endParaRPr lang="en-US" sz="2200" b="0" strike="noStrike" spc="-1" dirty="0">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dirty="0">
                <a:solidFill>
                  <a:srgbClr val="808080"/>
                </a:solidFill>
                <a:latin typeface="Segoe UI"/>
              </a:rPr>
              <a:t>Create a container from </a:t>
            </a:r>
            <a:r>
              <a:rPr lang="en-US" sz="2400" b="0" strike="noStrike" spc="-1" dirty="0" err="1">
                <a:solidFill>
                  <a:srgbClr val="808080"/>
                </a:solidFill>
                <a:latin typeface="Segoe UI"/>
              </a:rPr>
              <a:t>docker</a:t>
            </a:r>
            <a:r>
              <a:rPr lang="en-US" sz="2400" b="0" strike="noStrike" spc="-1" dirty="0">
                <a:solidFill>
                  <a:srgbClr val="808080"/>
                </a:solidFill>
                <a:latin typeface="Segoe UI"/>
              </a:rPr>
              <a:t> image: </a:t>
            </a:r>
            <a:r>
              <a:rPr lang="en-US" sz="2400" b="0" strike="noStrike" spc="-1" dirty="0" err="1">
                <a:solidFill>
                  <a:srgbClr val="808080"/>
                </a:solidFill>
                <a:latin typeface="Segoe UI"/>
              </a:rPr>
              <a:t>docker</a:t>
            </a:r>
            <a:r>
              <a:rPr lang="en-US" sz="2400" b="0" strike="noStrike" spc="-1" dirty="0">
                <a:solidFill>
                  <a:srgbClr val="808080"/>
                </a:solidFill>
                <a:latin typeface="Segoe UI"/>
              </a:rPr>
              <a:t> run &lt;options&gt; &lt;image name&gt;</a:t>
            </a:r>
            <a:endParaRPr lang="en-US" sz="2400" b="0" strike="noStrike" spc="-1" dirty="0">
              <a:latin typeface="Arial"/>
            </a:endParaRPr>
          </a:p>
          <a:p>
            <a:pPr marL="1428840" lvl="2" indent="-285840">
              <a:lnSpc>
                <a:spcPct val="150000"/>
              </a:lnSpc>
              <a:spcBef>
                <a:spcPts val="541"/>
              </a:spcBef>
              <a:spcAft>
                <a:spcPts val="1199"/>
              </a:spcAft>
              <a:buClr>
                <a:srgbClr val="808080"/>
              </a:buClr>
              <a:buFont typeface="Arial"/>
              <a:buChar char="•"/>
            </a:pPr>
            <a:r>
              <a:rPr lang="en-US" sz="1800" b="0" strike="noStrike" spc="-1" dirty="0">
                <a:solidFill>
                  <a:srgbClr val="808080"/>
                </a:solidFill>
                <a:latin typeface="Segoe UI"/>
              </a:rPr>
              <a:t>-</a:t>
            </a:r>
            <a:r>
              <a:rPr lang="en-US" sz="1800" b="0" strike="noStrike" spc="-1" dirty="0" err="1">
                <a:solidFill>
                  <a:srgbClr val="808080"/>
                </a:solidFill>
                <a:latin typeface="Segoe UI"/>
              </a:rPr>
              <a:t>t:Terminal</a:t>
            </a:r>
            <a:r>
              <a:rPr lang="en-US" sz="1800" b="0" strike="noStrike" spc="-1" dirty="0">
                <a:solidFill>
                  <a:srgbClr val="808080"/>
                </a:solidFill>
                <a:latin typeface="Segoe UI"/>
              </a:rPr>
              <a:t>, -d: Daemon, -p &lt;host port&gt;:&lt;container port&gt;, --name &lt;container name&gt;,--</a:t>
            </a:r>
            <a:r>
              <a:rPr lang="en-US" sz="1800" b="0" strike="noStrike" spc="-1" dirty="0" err="1">
                <a:solidFill>
                  <a:srgbClr val="808080"/>
                </a:solidFill>
                <a:latin typeface="Segoe UI"/>
              </a:rPr>
              <a:t>ip</a:t>
            </a:r>
            <a:r>
              <a:rPr lang="en-US" sz="1800" b="0" strike="noStrike" spc="-1" dirty="0">
                <a:solidFill>
                  <a:srgbClr val="808080"/>
                </a:solidFill>
                <a:latin typeface="Segoe UI"/>
              </a:rPr>
              <a:t> &lt;</a:t>
            </a:r>
            <a:r>
              <a:rPr lang="en-US" sz="1800" b="0" strike="noStrike" spc="-1" dirty="0" err="1">
                <a:solidFill>
                  <a:srgbClr val="808080"/>
                </a:solidFill>
                <a:latin typeface="Segoe UI"/>
              </a:rPr>
              <a:t>ip</a:t>
            </a:r>
            <a:r>
              <a:rPr lang="en-US" sz="1800" b="0" strike="noStrike" spc="-1" dirty="0">
                <a:solidFill>
                  <a:srgbClr val="808080"/>
                </a:solidFill>
                <a:latin typeface="Segoe UI"/>
              </a:rPr>
              <a:t>&gt;, -e </a:t>
            </a:r>
            <a:r>
              <a:rPr lang="en-US" sz="1800" b="0" strike="noStrike" spc="-1" dirty="0" smtClean="0">
                <a:solidFill>
                  <a:srgbClr val="808080"/>
                </a:solidFill>
                <a:latin typeface="Segoe UI"/>
              </a:rPr>
              <a:t>VAR=VALUE, </a:t>
            </a:r>
            <a:r>
              <a:rPr lang="en-US" sz="1800" dirty="0" smtClean="0"/>
              <a:t>--restart always</a:t>
            </a:r>
            <a:endParaRPr lang="en-US" sz="1800" b="0" strike="noStrike" spc="-1" dirty="0">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dirty="0">
                <a:solidFill>
                  <a:srgbClr val="808080"/>
                </a:solidFill>
                <a:latin typeface="Segoe UI"/>
              </a:rPr>
              <a:t>$</a:t>
            </a:r>
            <a:r>
              <a:rPr lang="en-US" sz="2000" b="0" strike="noStrike" spc="-1" dirty="0" err="1">
                <a:solidFill>
                  <a:srgbClr val="808080"/>
                </a:solidFill>
                <a:latin typeface="Segoe UI"/>
              </a:rPr>
              <a:t>sudo</a:t>
            </a:r>
            <a:r>
              <a:rPr lang="en-US" sz="2000" b="0" strike="noStrike" spc="-1" dirty="0">
                <a:solidFill>
                  <a:srgbClr val="808080"/>
                </a:solidFill>
                <a:latin typeface="Segoe UI"/>
              </a:rPr>
              <a:t> </a:t>
            </a:r>
            <a:r>
              <a:rPr lang="en-US" sz="2000" b="0" strike="noStrike" spc="-1" dirty="0" err="1">
                <a:solidFill>
                  <a:srgbClr val="808080"/>
                </a:solidFill>
                <a:latin typeface="Segoe UI"/>
              </a:rPr>
              <a:t>docker</a:t>
            </a:r>
            <a:r>
              <a:rPr lang="en-US" sz="2000" b="0" strike="noStrike" spc="-1" dirty="0">
                <a:solidFill>
                  <a:srgbClr val="808080"/>
                </a:solidFill>
                <a:latin typeface="Segoe UI"/>
              </a:rPr>
              <a:t> run –td –p  81:80 –name </a:t>
            </a:r>
            <a:r>
              <a:rPr lang="en-US" sz="2000" b="0" strike="noStrike" spc="-1" dirty="0" err="1">
                <a:solidFill>
                  <a:srgbClr val="808080"/>
                </a:solidFill>
                <a:latin typeface="Segoe UI"/>
              </a:rPr>
              <a:t>myweb</a:t>
            </a:r>
            <a:r>
              <a:rPr lang="en-US" sz="2000" b="0" strike="noStrike" spc="-1" dirty="0">
                <a:solidFill>
                  <a:srgbClr val="808080"/>
                </a:solidFill>
                <a:latin typeface="Segoe UI"/>
              </a:rPr>
              <a:t> </a:t>
            </a:r>
            <a:r>
              <a:rPr lang="en-US" sz="2000" b="0" strike="noStrike" spc="-1" dirty="0" err="1">
                <a:solidFill>
                  <a:srgbClr val="808080"/>
                </a:solidFill>
                <a:latin typeface="Segoe UI"/>
              </a:rPr>
              <a:t>ubuntu</a:t>
            </a:r>
            <a:endParaRPr lang="en-US" sz="2000" b="0" strike="noStrike" spc="-1" dirty="0">
              <a:latin typeface="Arial"/>
            </a:endParaRPr>
          </a:p>
        </p:txBody>
      </p:sp>
      <p:sp>
        <p:nvSpPr>
          <p:cNvPr id="4" name="PlaceHolder 3"/>
          <p:cNvSpPr>
            <a:spLocks noGrp="1"/>
          </p:cNvSpPr>
          <p:nvPr>
            <p:ph type="sldNum" idx="5"/>
          </p:nvPr>
        </p:nvSpPr>
        <p:spPr/>
        <p:txBody>
          <a:bodyPr/>
          <a:lstStyle/>
          <a:p>
            <a:fld id="{92636E04-180B-4ECC-80E9-113032973DF8}" type="slidenum">
              <a:t>23</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Executing command</a:t>
            </a:r>
            <a:endParaRPr lang="en-US" sz="3600" b="0" strike="noStrike" spc="-1">
              <a:latin typeface="Arial"/>
            </a:endParaRPr>
          </a:p>
        </p:txBody>
      </p:sp>
      <p:sp>
        <p:nvSpPr>
          <p:cNvPr id="134"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execute a command : docker exec &lt;options&gt; &lt;container&gt; &lt;command&gt;</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$sudo docker exec –it myweb bash</a:t>
            </a:r>
            <a:endParaRPr lang="en-US" sz="2200" b="0" strike="noStrike" spc="-1">
              <a:latin typeface="Arial"/>
            </a:endParaRPr>
          </a:p>
        </p:txBody>
      </p:sp>
      <p:sp>
        <p:nvSpPr>
          <p:cNvPr id="4" name="PlaceHolder 3"/>
          <p:cNvSpPr>
            <a:spLocks noGrp="1"/>
          </p:cNvSpPr>
          <p:nvPr>
            <p:ph type="sldNum" idx="5"/>
          </p:nvPr>
        </p:nvSpPr>
        <p:spPr/>
        <p:txBody>
          <a:bodyPr/>
          <a:lstStyle/>
          <a:p>
            <a:fld id="{371B635A-0E71-4098-ADDF-D7433D4A384E}" type="slidenum">
              <a:t>24</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Container management</a:t>
            </a:r>
            <a:endParaRPr lang="en-US" sz="3600" b="0" strike="noStrike" spc="-1">
              <a:latin typeface="Arial"/>
            </a:endParaRPr>
          </a:p>
        </p:txBody>
      </p:sp>
      <p:sp>
        <p:nvSpPr>
          <p:cNvPr id="136"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fontScale="45000" lnSpcReduction="20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stop a container: docker stop &lt;container&gt;</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$sudo docker stop mytest</a:t>
            </a:r>
            <a:endParaRPr lang="en-US" sz="22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start a stopped container: docker start &lt;container&gt;</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start mytest</a:t>
            </a:r>
            <a:endParaRPr lang="en-US" sz="20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remove a stopped container: docker rm &lt;container&gt;</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rm mytest</a:t>
            </a:r>
            <a:endParaRPr lang="en-US" sz="2000" b="0" strike="noStrike" spc="-1">
              <a:latin typeface="Arial"/>
            </a:endParaRPr>
          </a:p>
          <a:p>
            <a:pPr marL="343080" indent="-34308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copy files/directory: docker cp &lt;src&gt; &lt;container&gt;:&lt;dest&gt; or docker cp &lt;container&gt;:&lt;src&gt; &lt;dest&gt;</a:t>
            </a:r>
            <a:endParaRPr lang="en-US" sz="2200" b="0" strike="noStrike" spc="-1">
              <a:latin typeface="Arial"/>
            </a:endParaRPr>
          </a:p>
          <a:p>
            <a:pPr marL="1028880" lvl="1" indent="-34308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cp /tmp/myfile mytest:/tmp</a:t>
            </a:r>
            <a:endParaRPr lang="en-US" sz="2000" b="0" strike="noStrike" spc="-1">
              <a:latin typeface="Arial"/>
            </a:endParaRPr>
          </a:p>
          <a:p>
            <a:pPr marL="343080" indent="-34308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display information about container: docker inspect &lt;container&gt;</a:t>
            </a:r>
            <a:endParaRPr lang="en-US" sz="2200" b="0" strike="noStrike" spc="-1">
              <a:latin typeface="Arial"/>
            </a:endParaRPr>
          </a:p>
          <a:p>
            <a:pPr marL="1028880" lvl="1" indent="-34308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inspect myweb1</a:t>
            </a:r>
            <a:endParaRPr lang="en-US" sz="2000" b="0" strike="noStrike" spc="-1">
              <a:latin typeface="Arial"/>
            </a:endParaRPr>
          </a:p>
        </p:txBody>
      </p:sp>
      <p:sp>
        <p:nvSpPr>
          <p:cNvPr id="4" name="PlaceHolder 3"/>
          <p:cNvSpPr>
            <a:spLocks noGrp="1"/>
          </p:cNvSpPr>
          <p:nvPr>
            <p:ph type="sldNum" idx="5"/>
          </p:nvPr>
        </p:nvSpPr>
        <p:spPr/>
        <p:txBody>
          <a:bodyPr/>
          <a:lstStyle/>
          <a:p>
            <a:fld id="{680D4483-5038-42D2-BE22-956B2C20D408}" type="slidenum">
              <a:t>25</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Persistent storage</a:t>
            </a:r>
            <a:endParaRPr lang="en-US" sz="3600" b="0" strike="noStrike" spc="-1">
              <a:latin typeface="Arial"/>
            </a:endParaRPr>
          </a:p>
        </p:txBody>
      </p:sp>
      <p:sp>
        <p:nvSpPr>
          <p:cNvPr id="138" name="PlaceHolder 2"/>
          <p:cNvSpPr>
            <a:spLocks noGrp="1"/>
          </p:cNvSpPr>
          <p:nvPr>
            <p:ph/>
          </p:nvPr>
        </p:nvSpPr>
        <p:spPr>
          <a:xfrm>
            <a:off x="854640" y="2070720"/>
            <a:ext cx="10631160" cy="4350600"/>
          </a:xfrm>
          <a:prstGeom prst="rect">
            <a:avLst/>
          </a:prstGeom>
          <a:noFill/>
          <a:ln w="0">
            <a:noFill/>
          </a:ln>
        </p:spPr>
        <p:txBody>
          <a:bodyPr lIns="90000" tIns="45000" rIns="90000" bIns="45000" anchor="t">
            <a:normAutofit fontScale="72000" lnSpcReduction="20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Containers are temporary and ephemeral</a:t>
            </a:r>
            <a:endParaRPr lang="en-US" sz="24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Persistent storage is an external storage that mounted to a directory inside the container </a:t>
            </a:r>
            <a:endParaRPr lang="en-US" sz="24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4 types of persistent storage </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Volumes: Stored as a part of docker host file system. Should not be modified outside container.. Created under /var/lib/docker/volumes. Volume drivers allowing storing data to remote hosts.</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Bind: A directory on docker host. Can be modified outside container.</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Tmpfsmounts. Stored in the host memory.</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Named pipe: Used for communication between docker host and the container.</a:t>
            </a:r>
            <a:endParaRPr lang="en-US" sz="2200" b="0" strike="noStrike" spc="-1">
              <a:latin typeface="Arial"/>
            </a:endParaRPr>
          </a:p>
          <a:p>
            <a:pPr>
              <a:lnSpc>
                <a:spcPct val="90000"/>
              </a:lnSpc>
              <a:spcBef>
                <a:spcPts val="1417"/>
              </a:spcBef>
              <a:buNone/>
            </a:pPr>
            <a:endParaRPr lang="en-US" sz="2000" b="0" strike="noStrike" spc="-1">
              <a:latin typeface="Arial"/>
            </a:endParaRPr>
          </a:p>
        </p:txBody>
      </p:sp>
      <p:sp>
        <p:nvSpPr>
          <p:cNvPr id="4" name="PlaceHolder 3"/>
          <p:cNvSpPr>
            <a:spLocks noGrp="1"/>
          </p:cNvSpPr>
          <p:nvPr>
            <p:ph type="sldNum" idx="5"/>
          </p:nvPr>
        </p:nvSpPr>
        <p:spPr/>
        <p:txBody>
          <a:bodyPr/>
          <a:lstStyle/>
          <a:p>
            <a:fld id="{6C88FBE9-74A7-423F-A547-CAC471EF8693}" type="slidenum">
              <a:t>26</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Persistent storage (contd)</a:t>
            </a:r>
            <a:endParaRPr lang="en-US" sz="3600" b="0" strike="noStrike" spc="-1">
              <a:latin typeface="Arial"/>
            </a:endParaRPr>
          </a:p>
        </p:txBody>
      </p:sp>
      <p:sp>
        <p:nvSpPr>
          <p:cNvPr id="140"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fontScale="67500" lnSpcReduction="20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create a volume: docker volume create &lt;volme name&gt;</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$sudo docker volume create mydb</a:t>
            </a:r>
            <a:endParaRPr lang="en-US" sz="22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list configured volumes</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volume ls</a:t>
            </a:r>
            <a:endParaRPr lang="en-US" sz="20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remove a volume: docker volume rm &lt;volume&gt;</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volume rm mydb</a:t>
            </a:r>
            <a:endParaRPr lang="en-US" sz="2000" b="0" strike="noStrike" spc="-1">
              <a:latin typeface="Arial"/>
            </a:endParaRPr>
          </a:p>
          <a:p>
            <a:pPr marL="343080" indent="-34308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display information about a volume: docker volume inspect &lt;volume&gt;</a:t>
            </a:r>
            <a:endParaRPr lang="en-US" sz="2200" b="0" strike="noStrike" spc="-1">
              <a:latin typeface="Arial"/>
            </a:endParaRPr>
          </a:p>
          <a:p>
            <a:pPr marL="1028880" lvl="1" indent="-34308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volume inspect mydb</a:t>
            </a:r>
            <a:endParaRPr lang="en-US" sz="2000" b="0" strike="noStrike" spc="-1">
              <a:latin typeface="Arial"/>
            </a:endParaRPr>
          </a:p>
        </p:txBody>
      </p:sp>
      <p:sp>
        <p:nvSpPr>
          <p:cNvPr id="4" name="PlaceHolder 3"/>
          <p:cNvSpPr>
            <a:spLocks noGrp="1"/>
          </p:cNvSpPr>
          <p:nvPr>
            <p:ph type="sldNum" idx="5"/>
          </p:nvPr>
        </p:nvSpPr>
        <p:spPr/>
        <p:txBody>
          <a:bodyPr/>
          <a:lstStyle/>
          <a:p>
            <a:fld id="{72469A0D-EC1E-4FCA-976F-D7F44CCD5473}" type="slidenum">
              <a:t>27</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Persistent storage (contd)</a:t>
            </a:r>
            <a:endParaRPr lang="en-US" sz="3600" b="0" strike="noStrike" spc="-1">
              <a:latin typeface="Arial"/>
            </a:endParaRPr>
          </a:p>
        </p:txBody>
      </p:sp>
      <p:sp>
        <p:nvSpPr>
          <p:cNvPr id="142"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fontScale="98500" lnSpcReduction="10000"/>
          </a:bodyPr>
          <a:lstStyle/>
          <a:p>
            <a:pPr marL="285840" indent="-285840">
              <a:lnSpc>
                <a:spcPct val="150000"/>
              </a:lnSpc>
              <a:spcBef>
                <a:spcPts val="720"/>
              </a:spcBef>
              <a:spcAft>
                <a:spcPts val="1199"/>
              </a:spcAft>
              <a:buClr>
                <a:srgbClr val="808080"/>
              </a:buClr>
              <a:buFont typeface="Arial"/>
              <a:buChar char="•"/>
            </a:pPr>
            <a:r>
              <a:rPr lang="en-US" sz="2400" b="0" strike="noStrike" spc="-1" dirty="0">
                <a:solidFill>
                  <a:srgbClr val="808080"/>
                </a:solidFill>
                <a:latin typeface="Segoe UI"/>
              </a:rPr>
              <a:t>To start a container with  volume: </a:t>
            </a:r>
            <a:r>
              <a:rPr lang="en-US" sz="2400" b="0" strike="noStrike" spc="-1" dirty="0" err="1">
                <a:solidFill>
                  <a:srgbClr val="808080"/>
                </a:solidFill>
                <a:latin typeface="Segoe UI"/>
              </a:rPr>
              <a:t>docker</a:t>
            </a:r>
            <a:r>
              <a:rPr lang="en-US" sz="2400" b="0" strike="noStrike" spc="-1" dirty="0">
                <a:solidFill>
                  <a:srgbClr val="808080"/>
                </a:solidFill>
                <a:latin typeface="Segoe UI"/>
              </a:rPr>
              <a:t> run with mount options</a:t>
            </a:r>
            <a:endParaRPr lang="en-US" sz="2400" b="0" strike="noStrike" spc="-1" dirty="0">
              <a:latin typeface="Arial"/>
            </a:endParaRPr>
          </a:p>
          <a:p>
            <a:pPr marL="1428840" lvl="2" indent="-285840">
              <a:lnSpc>
                <a:spcPct val="150000"/>
              </a:lnSpc>
              <a:spcBef>
                <a:spcPts val="601"/>
              </a:spcBef>
              <a:spcAft>
                <a:spcPts val="1199"/>
              </a:spcAft>
              <a:buClr>
                <a:srgbClr val="808080"/>
              </a:buClr>
              <a:buFont typeface="Arial"/>
              <a:buChar char="•"/>
            </a:pPr>
            <a:r>
              <a:rPr lang="en-US" sz="2000" b="0" strike="noStrike" spc="-1" dirty="0" smtClean="0">
                <a:solidFill>
                  <a:srgbClr val="808080"/>
                </a:solidFill>
                <a:latin typeface="Segoe UI"/>
              </a:rPr>
              <a:t>-v </a:t>
            </a:r>
            <a:r>
              <a:rPr lang="en-US" spc="-1" dirty="0">
                <a:solidFill>
                  <a:srgbClr val="808080"/>
                </a:solidFill>
                <a:latin typeface="Segoe UI"/>
              </a:rPr>
              <a:t>&lt;</a:t>
            </a:r>
            <a:r>
              <a:rPr lang="en-US" sz="2000" b="0" strike="noStrike" spc="-1" dirty="0" smtClean="0">
                <a:solidFill>
                  <a:srgbClr val="808080"/>
                </a:solidFill>
                <a:latin typeface="Segoe UI"/>
              </a:rPr>
              <a:t>volume&gt;,&lt;container directory&gt;</a:t>
            </a:r>
            <a:endParaRPr lang="en-US" sz="2000" b="0" strike="noStrike" spc="-1" dirty="0">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a:t>
            </a:r>
            <a:r>
              <a:rPr lang="en-US" sz="2200" b="0" strike="noStrike" spc="-1" dirty="0" err="1">
                <a:solidFill>
                  <a:srgbClr val="808080"/>
                </a:solidFill>
                <a:latin typeface="Segoe UI"/>
              </a:rPr>
              <a:t>sudo</a:t>
            </a:r>
            <a:r>
              <a:rPr lang="en-US" sz="2200" b="0" strike="noStrike" spc="-1" dirty="0">
                <a:solidFill>
                  <a:srgbClr val="808080"/>
                </a:solidFill>
                <a:latin typeface="Segoe UI"/>
              </a:rPr>
              <a:t> </a:t>
            </a:r>
            <a:r>
              <a:rPr lang="en-US" sz="2200" b="0" strike="noStrike" spc="-1" dirty="0" err="1">
                <a:solidFill>
                  <a:srgbClr val="808080"/>
                </a:solidFill>
                <a:latin typeface="Segoe UI"/>
              </a:rPr>
              <a:t>docker</a:t>
            </a:r>
            <a:r>
              <a:rPr lang="en-US" sz="2200" b="0" strike="noStrike" spc="-1" dirty="0">
                <a:solidFill>
                  <a:srgbClr val="808080"/>
                </a:solidFill>
                <a:latin typeface="Segoe UI"/>
              </a:rPr>
              <a:t> run –td –name myweb1 </a:t>
            </a:r>
            <a:r>
              <a:rPr lang="en-US" sz="2200" b="0" strike="noStrike" spc="-1" dirty="0" smtClean="0">
                <a:solidFill>
                  <a:srgbClr val="808080"/>
                </a:solidFill>
                <a:latin typeface="Segoe UI"/>
              </a:rPr>
              <a:t>–v </a:t>
            </a:r>
            <a:r>
              <a:rPr lang="en-US" sz="2200" b="0" strike="noStrike" spc="-1" dirty="0" err="1" smtClean="0">
                <a:solidFill>
                  <a:srgbClr val="808080"/>
                </a:solidFill>
                <a:latin typeface="Segoe UI"/>
              </a:rPr>
              <a:t>mydb</a:t>
            </a:r>
            <a:r>
              <a:rPr lang="en-US" sz="2200" b="0" strike="noStrike" spc="-1" dirty="0" smtClean="0">
                <a:solidFill>
                  <a:srgbClr val="808080"/>
                </a:solidFill>
                <a:latin typeface="Segoe UI"/>
              </a:rPr>
              <a:t>:/</a:t>
            </a:r>
            <a:r>
              <a:rPr lang="en-US" sz="2200" b="0" strike="noStrike" spc="-1" dirty="0" err="1" smtClean="0">
                <a:solidFill>
                  <a:srgbClr val="808080"/>
                </a:solidFill>
                <a:latin typeface="Segoe UI"/>
              </a:rPr>
              <a:t>var</a:t>
            </a:r>
            <a:r>
              <a:rPr lang="en-US" sz="2200" b="0" strike="noStrike" spc="-1" dirty="0" smtClean="0">
                <a:solidFill>
                  <a:srgbClr val="808080"/>
                </a:solidFill>
                <a:latin typeface="Segoe UI"/>
              </a:rPr>
              <a:t>/lib/</a:t>
            </a:r>
            <a:r>
              <a:rPr lang="en-US" sz="2200" b="0" strike="noStrike" spc="-1" dirty="0" err="1" smtClean="0">
                <a:solidFill>
                  <a:srgbClr val="808080"/>
                </a:solidFill>
                <a:latin typeface="Segoe UI"/>
              </a:rPr>
              <a:t>mysql</a:t>
            </a:r>
            <a:r>
              <a:rPr lang="en-US" sz="2200" b="0" strike="noStrike" spc="-1" dirty="0" smtClean="0">
                <a:solidFill>
                  <a:srgbClr val="808080"/>
                </a:solidFill>
                <a:latin typeface="Segoe UI"/>
              </a:rPr>
              <a:t> </a:t>
            </a:r>
            <a:r>
              <a:rPr lang="en-US" sz="2200" b="0" strike="noStrike" spc="-1" dirty="0" err="1" smtClean="0">
                <a:solidFill>
                  <a:srgbClr val="808080"/>
                </a:solidFill>
                <a:latin typeface="Segoe UI"/>
              </a:rPr>
              <a:t>mysql</a:t>
            </a:r>
            <a:endParaRPr lang="en-US" sz="2200" b="0" strike="noStrike" spc="-1" dirty="0">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dirty="0">
                <a:solidFill>
                  <a:srgbClr val="808080"/>
                </a:solidFill>
                <a:latin typeface="Segoe UI"/>
              </a:rPr>
              <a:t>To start a container with bind options: </a:t>
            </a:r>
            <a:r>
              <a:rPr lang="en-US" sz="2400" b="0" strike="noStrike" spc="-1" dirty="0" err="1">
                <a:solidFill>
                  <a:srgbClr val="808080"/>
                </a:solidFill>
                <a:latin typeface="Segoe UI"/>
              </a:rPr>
              <a:t>docker</a:t>
            </a:r>
            <a:r>
              <a:rPr lang="en-US" sz="2400" b="0" strike="noStrike" spc="-1" dirty="0">
                <a:solidFill>
                  <a:srgbClr val="808080"/>
                </a:solidFill>
                <a:latin typeface="Segoe UI"/>
              </a:rPr>
              <a:t> run with mount options</a:t>
            </a:r>
            <a:endParaRPr lang="en-US" sz="2400" b="0" strike="noStrike" spc="-1" dirty="0">
              <a:latin typeface="Arial"/>
            </a:endParaRPr>
          </a:p>
          <a:p>
            <a:pPr marL="1428840" lvl="2" indent="-285840">
              <a:lnSpc>
                <a:spcPct val="150000"/>
              </a:lnSpc>
              <a:spcBef>
                <a:spcPts val="601"/>
              </a:spcBef>
              <a:spcAft>
                <a:spcPts val="1199"/>
              </a:spcAft>
              <a:buClr>
                <a:srgbClr val="808080"/>
              </a:buClr>
              <a:buFont typeface="Arial"/>
              <a:buChar char="•"/>
            </a:pPr>
            <a:r>
              <a:rPr lang="en-US" sz="2000" b="0" strike="noStrike" spc="-1" dirty="0" smtClean="0">
                <a:solidFill>
                  <a:srgbClr val="808080"/>
                </a:solidFill>
                <a:latin typeface="Segoe UI"/>
              </a:rPr>
              <a:t>-v &lt;</a:t>
            </a:r>
            <a:r>
              <a:rPr lang="en-US" sz="2000" b="0" strike="noStrike" spc="-1" dirty="0" err="1">
                <a:solidFill>
                  <a:srgbClr val="808080"/>
                </a:solidFill>
                <a:latin typeface="Segoe UI"/>
              </a:rPr>
              <a:t>docker</a:t>
            </a:r>
            <a:r>
              <a:rPr lang="en-US" sz="2000" b="0" strike="noStrike" spc="-1" dirty="0">
                <a:solidFill>
                  <a:srgbClr val="808080"/>
                </a:solidFill>
                <a:latin typeface="Segoe UI"/>
              </a:rPr>
              <a:t> host </a:t>
            </a:r>
            <a:r>
              <a:rPr lang="en-US" sz="2000" b="0" strike="noStrike" spc="-1" dirty="0" err="1">
                <a:solidFill>
                  <a:srgbClr val="808080"/>
                </a:solidFill>
                <a:latin typeface="Segoe UI"/>
              </a:rPr>
              <a:t>dir</a:t>
            </a:r>
            <a:r>
              <a:rPr lang="en-US" sz="2000" b="0" strike="noStrike" spc="-1" dirty="0" smtClean="0">
                <a:solidFill>
                  <a:srgbClr val="808080"/>
                </a:solidFill>
                <a:latin typeface="Segoe UI"/>
              </a:rPr>
              <a:t>&gt;,&lt;</a:t>
            </a:r>
            <a:r>
              <a:rPr lang="en-US" sz="2000" b="0" strike="noStrike" spc="-1" dirty="0">
                <a:solidFill>
                  <a:srgbClr val="808080"/>
                </a:solidFill>
                <a:latin typeface="Segoe UI"/>
              </a:rPr>
              <a:t>container directory&gt;</a:t>
            </a:r>
            <a:endParaRPr lang="en-US" sz="2000" b="0" strike="noStrike" spc="-1" dirty="0">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dirty="0">
                <a:solidFill>
                  <a:srgbClr val="808080"/>
                </a:solidFill>
                <a:latin typeface="Segoe UI"/>
              </a:rPr>
              <a:t>$</a:t>
            </a:r>
            <a:r>
              <a:rPr lang="en-US" sz="2000" b="0" strike="noStrike" spc="-1" dirty="0" err="1">
                <a:solidFill>
                  <a:srgbClr val="808080"/>
                </a:solidFill>
                <a:latin typeface="Segoe UI"/>
              </a:rPr>
              <a:t>sudo</a:t>
            </a:r>
            <a:r>
              <a:rPr lang="en-US" sz="2000" b="0" strike="noStrike" spc="-1" dirty="0">
                <a:solidFill>
                  <a:srgbClr val="808080"/>
                </a:solidFill>
                <a:latin typeface="Segoe UI"/>
              </a:rPr>
              <a:t> </a:t>
            </a:r>
            <a:r>
              <a:rPr lang="en-US" sz="2000" b="0" strike="noStrike" spc="-1" dirty="0" err="1">
                <a:solidFill>
                  <a:srgbClr val="808080"/>
                </a:solidFill>
                <a:latin typeface="Segoe UI"/>
              </a:rPr>
              <a:t>docker</a:t>
            </a:r>
            <a:r>
              <a:rPr lang="en-US" sz="2000" b="0" strike="noStrike" spc="-1" dirty="0">
                <a:solidFill>
                  <a:srgbClr val="808080"/>
                </a:solidFill>
                <a:latin typeface="Segoe UI"/>
              </a:rPr>
              <a:t> run –td –name myweb1 </a:t>
            </a:r>
            <a:r>
              <a:rPr lang="en-US" sz="2000" b="0" strike="noStrike" spc="-1" dirty="0" smtClean="0">
                <a:solidFill>
                  <a:srgbClr val="808080"/>
                </a:solidFill>
                <a:latin typeface="Segoe UI"/>
              </a:rPr>
              <a:t>–v /</a:t>
            </a:r>
            <a:r>
              <a:rPr lang="en-US" sz="2000" b="0" strike="noStrike" spc="-1" dirty="0" err="1" smtClean="0">
                <a:solidFill>
                  <a:srgbClr val="808080"/>
                </a:solidFill>
                <a:latin typeface="Segoe UI"/>
              </a:rPr>
              <a:t>mydbs</a:t>
            </a:r>
            <a:r>
              <a:rPr lang="en-US" sz="2000" b="0" strike="noStrike" spc="-1" dirty="0" smtClean="0">
                <a:solidFill>
                  <a:srgbClr val="808080"/>
                </a:solidFill>
                <a:latin typeface="Segoe UI"/>
              </a:rPr>
              <a:t>:/</a:t>
            </a:r>
            <a:r>
              <a:rPr lang="en-US" sz="2000" b="0" strike="noStrike" spc="-1" dirty="0" err="1" smtClean="0">
                <a:solidFill>
                  <a:srgbClr val="808080"/>
                </a:solidFill>
                <a:latin typeface="Segoe UI"/>
              </a:rPr>
              <a:t>var</a:t>
            </a:r>
            <a:r>
              <a:rPr lang="en-US" sz="2000" b="0" strike="noStrike" spc="-1" dirty="0" smtClean="0">
                <a:solidFill>
                  <a:srgbClr val="808080"/>
                </a:solidFill>
                <a:latin typeface="Segoe UI"/>
              </a:rPr>
              <a:t>/lib/</a:t>
            </a:r>
            <a:r>
              <a:rPr lang="en-US" sz="2000" b="0" strike="noStrike" spc="-1" dirty="0" err="1" smtClean="0">
                <a:solidFill>
                  <a:srgbClr val="808080"/>
                </a:solidFill>
                <a:latin typeface="Segoe UI"/>
              </a:rPr>
              <a:t>mysql</a:t>
            </a:r>
            <a:r>
              <a:rPr lang="en-US" sz="2000" b="0" strike="noStrike" spc="-1" dirty="0" smtClean="0">
                <a:solidFill>
                  <a:srgbClr val="808080"/>
                </a:solidFill>
                <a:latin typeface="Segoe UI"/>
              </a:rPr>
              <a:t> </a:t>
            </a:r>
            <a:r>
              <a:rPr lang="en-US" sz="2000" b="0" strike="noStrike" spc="-1" dirty="0" err="1" smtClean="0">
                <a:solidFill>
                  <a:srgbClr val="808080"/>
                </a:solidFill>
                <a:latin typeface="Segoe UI"/>
              </a:rPr>
              <a:t>mysql</a:t>
            </a:r>
            <a:endParaRPr lang="en-US" sz="2000" b="0" strike="noStrike" spc="-1" dirty="0" smtClean="0">
              <a:solidFill>
                <a:srgbClr val="808080"/>
              </a:solidFill>
              <a:latin typeface="Segoe UI"/>
            </a:endParaRPr>
          </a:p>
          <a:p>
            <a:pPr indent="0">
              <a:lnSpc>
                <a:spcPct val="150000"/>
              </a:lnSpc>
              <a:spcBef>
                <a:spcPts val="601"/>
              </a:spcBef>
              <a:spcAft>
                <a:spcPts val="1199"/>
              </a:spcAft>
              <a:buClr>
                <a:srgbClr val="808080"/>
              </a:buClr>
              <a:buNone/>
            </a:pPr>
            <a:endParaRPr lang="en-US" b="0" strike="noStrike" spc="-1" dirty="0">
              <a:latin typeface="Arial"/>
            </a:endParaRPr>
          </a:p>
        </p:txBody>
      </p:sp>
      <p:sp>
        <p:nvSpPr>
          <p:cNvPr id="4" name="PlaceHolder 3"/>
          <p:cNvSpPr>
            <a:spLocks noGrp="1"/>
          </p:cNvSpPr>
          <p:nvPr>
            <p:ph type="sldNum" idx="5"/>
          </p:nvPr>
        </p:nvSpPr>
        <p:spPr/>
        <p:txBody>
          <a:bodyPr/>
          <a:lstStyle/>
          <a:p>
            <a:fld id="{87530CC1-E778-410E-BFEE-26F65B21EE2E}" type="slidenum">
              <a:t>28</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smtClean="0">
                <a:solidFill>
                  <a:srgbClr val="FFFFFF"/>
                </a:solidFill>
                <a:latin typeface="Segoe UI Light"/>
              </a:rPr>
              <a:t>Start a </a:t>
            </a:r>
            <a:r>
              <a:rPr lang="en-US" sz="3600" b="0" strike="noStrike" spc="-1" dirty="0" err="1" smtClean="0">
                <a:solidFill>
                  <a:srgbClr val="FFFFFF"/>
                </a:solidFill>
                <a:latin typeface="Segoe UI Light"/>
              </a:rPr>
              <a:t>Wordpress</a:t>
            </a:r>
            <a:endParaRPr lang="en-US" sz="3600" b="0" strike="noStrike" spc="-1" dirty="0">
              <a:latin typeface="Arial"/>
            </a:endParaRPr>
          </a:p>
        </p:txBody>
      </p:sp>
      <p:sp>
        <p:nvSpPr>
          <p:cNvPr id="142" name="PlaceHolder 2"/>
          <p:cNvSpPr>
            <a:spLocks noGrp="1"/>
          </p:cNvSpPr>
          <p:nvPr>
            <p:ph idx="4294967295"/>
          </p:nvPr>
        </p:nvSpPr>
        <p:spPr>
          <a:xfrm>
            <a:off x="780120" y="1731960"/>
            <a:ext cx="11174040" cy="4350600"/>
          </a:xfrm>
          <a:prstGeom prst="rect">
            <a:avLst/>
          </a:prstGeom>
          <a:noFill/>
          <a:ln w="0">
            <a:noFill/>
          </a:ln>
        </p:spPr>
        <p:txBody>
          <a:bodyPr lIns="90000" tIns="45000" rIns="90000" bIns="45000" anchor="t">
            <a:normAutofit fontScale="98500"/>
          </a:bodyPr>
          <a:lstStyle/>
          <a:p>
            <a:pPr marL="285840" indent="-285840">
              <a:lnSpc>
                <a:spcPct val="150000"/>
              </a:lnSpc>
              <a:spcBef>
                <a:spcPts val="720"/>
              </a:spcBef>
              <a:spcAft>
                <a:spcPts val="1199"/>
              </a:spcAft>
              <a:buClr>
                <a:srgbClr val="808080"/>
              </a:buClr>
              <a:buFont typeface="Arial"/>
              <a:buChar char="•"/>
            </a:pPr>
            <a:r>
              <a:rPr lang="en-US" sz="2400" b="0" strike="noStrike" spc="-1" dirty="0" err="1" smtClean="0">
                <a:solidFill>
                  <a:srgbClr val="808080"/>
                </a:solidFill>
                <a:latin typeface="Segoe UI"/>
              </a:rPr>
              <a:t>Wordpress</a:t>
            </a:r>
            <a:r>
              <a:rPr lang="en-US" sz="2400" b="0" strike="noStrike" spc="-1" dirty="0" smtClean="0">
                <a:solidFill>
                  <a:srgbClr val="808080"/>
                </a:solidFill>
                <a:latin typeface="Segoe UI"/>
              </a:rPr>
              <a:t> is an open source Conten</a:t>
            </a:r>
            <a:r>
              <a:rPr lang="en-US" sz="2400" spc="-1" dirty="0" smtClean="0">
                <a:solidFill>
                  <a:srgbClr val="808080"/>
                </a:solidFill>
                <a:latin typeface="Segoe UI"/>
              </a:rPr>
              <a:t>t Management System (CMS).</a:t>
            </a:r>
          </a:p>
          <a:p>
            <a:pPr marL="285840" indent="-285840">
              <a:lnSpc>
                <a:spcPct val="150000"/>
              </a:lnSpc>
              <a:spcBef>
                <a:spcPts val="720"/>
              </a:spcBef>
              <a:spcAft>
                <a:spcPts val="1199"/>
              </a:spcAft>
              <a:buClr>
                <a:srgbClr val="808080"/>
              </a:buClr>
              <a:buFont typeface="Arial"/>
              <a:buChar char="•"/>
            </a:pPr>
            <a:r>
              <a:rPr lang="en-US" sz="2400" b="0" strike="noStrike" spc="-1" dirty="0" smtClean="0">
                <a:solidFill>
                  <a:srgbClr val="808080"/>
                </a:solidFill>
                <a:latin typeface="Segoe UI"/>
              </a:rPr>
              <a:t>Written in PHP, with MySQL Backend DB.</a:t>
            </a:r>
          </a:p>
          <a:p>
            <a:pPr marL="285840" indent="-285840">
              <a:lnSpc>
                <a:spcPct val="150000"/>
              </a:lnSpc>
              <a:spcBef>
                <a:spcPts val="720"/>
              </a:spcBef>
              <a:spcAft>
                <a:spcPts val="1199"/>
              </a:spcAft>
              <a:buClr>
                <a:srgbClr val="808080"/>
              </a:buClr>
              <a:buFont typeface="Arial"/>
              <a:buChar char="•"/>
            </a:pPr>
            <a:r>
              <a:rPr lang="en-US" sz="2400" spc="-1" dirty="0" smtClean="0">
                <a:solidFill>
                  <a:srgbClr val="808080"/>
                </a:solidFill>
                <a:latin typeface="Segoe UI"/>
              </a:rPr>
              <a:t>Check my repo : https://github.com/compilereg/docker/tree/main/wordpress</a:t>
            </a:r>
            <a:endParaRPr lang="en-US" sz="2400" b="0" strike="noStrike" spc="-1" dirty="0" smtClean="0">
              <a:solidFill>
                <a:srgbClr val="808080"/>
              </a:solidFill>
              <a:latin typeface="Segoe UI"/>
            </a:endParaRPr>
          </a:p>
          <a:p>
            <a:pPr marL="285840" indent="-285840">
              <a:lnSpc>
                <a:spcPct val="150000"/>
              </a:lnSpc>
              <a:spcBef>
                <a:spcPts val="720"/>
              </a:spcBef>
              <a:spcAft>
                <a:spcPts val="1199"/>
              </a:spcAft>
              <a:buClr>
                <a:srgbClr val="808080"/>
              </a:buClr>
              <a:buFont typeface="Arial"/>
              <a:buChar char="•"/>
            </a:pPr>
            <a:endParaRPr lang="en-US" sz="2400" b="0" strike="noStrike" spc="-1" dirty="0" smtClean="0">
              <a:latin typeface="Arial"/>
            </a:endParaRPr>
          </a:p>
          <a:p>
            <a:pPr indent="0">
              <a:lnSpc>
                <a:spcPct val="150000"/>
              </a:lnSpc>
              <a:spcBef>
                <a:spcPts val="601"/>
              </a:spcBef>
              <a:spcAft>
                <a:spcPts val="1199"/>
              </a:spcAft>
              <a:buClr>
                <a:srgbClr val="808080"/>
              </a:buClr>
              <a:buNone/>
            </a:pPr>
            <a:endParaRPr lang="en-US" b="0" strike="noStrike" spc="-1" dirty="0">
              <a:latin typeface="Arial"/>
            </a:endParaRPr>
          </a:p>
        </p:txBody>
      </p:sp>
      <p:sp>
        <p:nvSpPr>
          <p:cNvPr id="4" name="PlaceHolder 3"/>
          <p:cNvSpPr>
            <a:spLocks noGrp="1"/>
          </p:cNvSpPr>
          <p:nvPr>
            <p:ph type="sldNum" idx="5"/>
          </p:nvPr>
        </p:nvSpPr>
        <p:spPr/>
        <p:txBody>
          <a:bodyPr/>
          <a:lstStyle/>
          <a:p>
            <a:fld id="{87530CC1-E778-410E-BFEE-26F65B21EE2E}" type="slidenum">
              <a:t>29</a:t>
            </a:fld>
            <a:endParaRPr/>
          </a:p>
        </p:txBody>
      </p:sp>
    </p:spTree>
    <p:extLst>
      <p:ext uri="{BB962C8B-B14F-4D97-AF65-F5344CB8AC3E}">
        <p14:creationId xmlns:p14="http://schemas.microsoft.com/office/powerpoint/2010/main" val="2291293709"/>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Logs and monitoring</a:t>
            </a:r>
            <a:endParaRPr lang="en-US" sz="3600" b="0" strike="noStrike" spc="-1">
              <a:latin typeface="Arial"/>
            </a:endParaRPr>
          </a:p>
        </p:txBody>
      </p:sp>
      <p:sp>
        <p:nvSpPr>
          <p:cNvPr id="144"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fontScale="67500" lnSpcReduction="20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check resource usage: docker stats</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$sudo docker stats</a:t>
            </a:r>
            <a:endParaRPr lang="en-US" sz="22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debug events:: docker events</a:t>
            </a:r>
            <a:endParaRPr lang="en-US" sz="24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events</a:t>
            </a:r>
            <a:endParaRPr lang="en-US" sz="2000" b="0" strike="noStrike" spc="-1">
              <a:latin typeface="Arial"/>
            </a:endParaRPr>
          </a:p>
          <a:p>
            <a:pPr marL="343080" indent="-34308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display running processes: docker top &lt;container&gt;</a:t>
            </a:r>
            <a:endParaRPr lang="en-US" sz="22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top myweb1</a:t>
            </a:r>
            <a:endParaRPr lang="en-US" sz="2000" b="0" strike="noStrike" spc="-1">
              <a:latin typeface="Arial"/>
            </a:endParaRPr>
          </a:p>
          <a:p>
            <a:pPr marL="343080" indent="-34308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display container logs: docker logs &lt;container&gt;</a:t>
            </a:r>
            <a:endParaRPr lang="en-US" sz="2200" b="0" strike="noStrike" spc="-1">
              <a:latin typeface="Arial"/>
            </a:endParaRPr>
          </a:p>
          <a:p>
            <a:pPr marL="971640" lvl="1"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$sudo docker logs myweb1</a:t>
            </a:r>
            <a:endParaRPr lang="en-US" sz="2000" b="0" strike="noStrike" spc="-1">
              <a:latin typeface="Arial"/>
            </a:endParaRPr>
          </a:p>
        </p:txBody>
      </p:sp>
      <p:sp>
        <p:nvSpPr>
          <p:cNvPr id="4" name="PlaceHolder 3"/>
          <p:cNvSpPr>
            <a:spLocks noGrp="1"/>
          </p:cNvSpPr>
          <p:nvPr>
            <p:ph type="sldNum" idx="5"/>
          </p:nvPr>
        </p:nvSpPr>
        <p:spPr/>
        <p:txBody>
          <a:bodyPr/>
          <a:lstStyle/>
          <a:p>
            <a:fld id="{5BD14B3D-BEDD-4B11-8ECD-C666E2C54D25}" type="slidenum">
              <a:t>30</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compose</a:t>
            </a:r>
            <a:endParaRPr lang="en-US" sz="3600" b="0" strike="noStrike" spc="-1">
              <a:latin typeface="Arial"/>
            </a:endParaRPr>
          </a:p>
        </p:txBody>
      </p:sp>
      <p:sp>
        <p:nvSpPr>
          <p:cNvPr id="146"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fontScale="94000"/>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Tool to help define and share multi-container application.</a:t>
            </a:r>
            <a:endParaRPr lang="en-US" sz="24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With yaml file, and with a single docker-compose command to spin up everything or tear it all down.</a:t>
            </a:r>
            <a:endParaRPr lang="en-US" sz="24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Define all application stack in one yaml file which can be stored in SVN root.</a:t>
            </a:r>
            <a:endParaRPr lang="en-US" sz="2400" b="0" strike="noStrike" spc="-1">
              <a:latin typeface="Arial"/>
            </a:endParaRPr>
          </a:p>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The services defined will be created in order they appear in the yaml file.</a:t>
            </a:r>
            <a:endParaRPr lang="en-US" sz="2400" b="0" strike="noStrike" spc="-1">
              <a:latin typeface="Arial"/>
            </a:endParaRPr>
          </a:p>
          <a:p>
            <a:pPr>
              <a:lnSpc>
                <a:spcPct val="150000"/>
              </a:lnSpc>
              <a:spcBef>
                <a:spcPts val="601"/>
              </a:spcBef>
              <a:spcAft>
                <a:spcPts val="1199"/>
              </a:spcAft>
              <a:buNone/>
            </a:pPr>
            <a:endParaRPr lang="en-US" sz="2000" b="0" strike="noStrike" spc="-1">
              <a:latin typeface="Arial"/>
            </a:endParaRPr>
          </a:p>
        </p:txBody>
      </p:sp>
      <p:sp>
        <p:nvSpPr>
          <p:cNvPr id="4" name="PlaceHolder 3"/>
          <p:cNvSpPr>
            <a:spLocks noGrp="1"/>
          </p:cNvSpPr>
          <p:nvPr>
            <p:ph type="sldNum" idx="5"/>
          </p:nvPr>
        </p:nvSpPr>
        <p:spPr/>
        <p:txBody>
          <a:bodyPr/>
          <a:lstStyle/>
          <a:p>
            <a:fld id="{4E963B6B-EB4C-4ED1-A1C2-6A84EEC7A54C}" type="slidenum">
              <a:t>31</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compose(contd)</a:t>
            </a:r>
            <a:endParaRPr lang="en-US" sz="3600" b="0" strike="noStrike" spc="-1">
              <a:latin typeface="Arial"/>
            </a:endParaRPr>
          </a:p>
        </p:txBody>
      </p:sp>
      <p:sp>
        <p:nvSpPr>
          <p:cNvPr id="148"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install:</a:t>
            </a:r>
            <a:endParaRPr lang="en-US" sz="2400" b="0" strike="noStrike" spc="-1">
              <a:latin typeface="Arial"/>
            </a:endParaRPr>
          </a:p>
          <a:p>
            <a:pPr>
              <a:lnSpc>
                <a:spcPct val="150000"/>
              </a:lnSpc>
              <a:spcBef>
                <a:spcPts val="601"/>
              </a:spcBef>
              <a:spcAft>
                <a:spcPts val="1199"/>
              </a:spcAft>
              <a:buNone/>
              <a:tabLst>
                <a:tab pos="0" algn="l"/>
              </a:tabLst>
            </a:pPr>
            <a:r>
              <a:rPr lang="en-US" sz="2000" b="0" strike="noStrike" spc="-1">
                <a:solidFill>
                  <a:srgbClr val="808080"/>
                </a:solidFill>
                <a:latin typeface="Segoe UI"/>
              </a:rPr>
              <a:t>	sudo curl -L  "https://github.com/docker/compose/releases/download/1.29.2/docker-compose-$(uname -s)-$(uname -m)" -o /usr/local/bin/docker-compose</a:t>
            </a:r>
            <a:endParaRPr lang="en-US" sz="2000" b="0" strike="noStrike" spc="-1">
              <a:latin typeface="Arial"/>
            </a:endParaRPr>
          </a:p>
          <a:p>
            <a:pPr>
              <a:lnSpc>
                <a:spcPct val="150000"/>
              </a:lnSpc>
              <a:spcBef>
                <a:spcPts val="601"/>
              </a:spcBef>
              <a:spcAft>
                <a:spcPts val="1199"/>
              </a:spcAft>
              <a:buNone/>
              <a:tabLst>
                <a:tab pos="0" algn="l"/>
              </a:tabLst>
            </a:pPr>
            <a:r>
              <a:rPr lang="en-US" sz="2000" b="0" strike="noStrike" spc="-1">
                <a:solidFill>
                  <a:srgbClr val="808080"/>
                </a:solidFill>
                <a:latin typeface="Segoe UI"/>
              </a:rPr>
              <a:t>	sudo ln –s /usr/local/bin/docker-compose /usr/sbin</a:t>
            </a:r>
            <a:endParaRPr lang="en-US" sz="2000" b="0" strike="noStrike" spc="-1">
              <a:latin typeface="Arial"/>
            </a:endParaRPr>
          </a:p>
          <a:p>
            <a:pPr>
              <a:lnSpc>
                <a:spcPct val="150000"/>
              </a:lnSpc>
              <a:spcBef>
                <a:spcPts val="601"/>
              </a:spcBef>
              <a:spcAft>
                <a:spcPts val="1199"/>
              </a:spcAft>
              <a:buNone/>
              <a:tabLst>
                <a:tab pos="0" algn="l"/>
              </a:tabLst>
            </a:pPr>
            <a:r>
              <a:rPr lang="en-US" sz="2000" b="0" strike="noStrike" spc="-1">
                <a:solidFill>
                  <a:srgbClr val="808080"/>
                </a:solidFill>
                <a:latin typeface="Segoe UI"/>
              </a:rPr>
              <a:t>	sudo chmod a+x /usr/local/bin/docker-compose</a:t>
            </a:r>
            <a:endParaRPr lang="en-US" sz="2000" b="0" strike="noStrike" spc="-1">
              <a:latin typeface="Arial"/>
            </a:endParaRPr>
          </a:p>
          <a:p>
            <a:pPr>
              <a:lnSpc>
                <a:spcPct val="150000"/>
              </a:lnSpc>
              <a:spcBef>
                <a:spcPts val="601"/>
              </a:spcBef>
              <a:spcAft>
                <a:spcPts val="1199"/>
              </a:spcAft>
              <a:buNone/>
              <a:tabLst>
                <a:tab pos="0" algn="l"/>
              </a:tabLst>
            </a:pPr>
            <a:endParaRPr lang="en-US" sz="2000" b="0" strike="noStrike" spc="-1">
              <a:latin typeface="Arial"/>
            </a:endParaRPr>
          </a:p>
          <a:p>
            <a:pPr>
              <a:lnSpc>
                <a:spcPct val="150000"/>
              </a:lnSpc>
              <a:spcBef>
                <a:spcPts val="720"/>
              </a:spcBef>
              <a:spcAft>
                <a:spcPts val="1199"/>
              </a:spcAft>
              <a:buNone/>
              <a:tabLst>
                <a:tab pos="0" algn="l"/>
              </a:tabLst>
            </a:pPr>
            <a:endParaRPr lang="en-US" sz="2400" b="0" strike="noStrike" spc="-1">
              <a:latin typeface="Arial"/>
            </a:endParaRPr>
          </a:p>
          <a:p>
            <a:pPr>
              <a:lnSpc>
                <a:spcPct val="150000"/>
              </a:lnSpc>
              <a:spcBef>
                <a:spcPts val="720"/>
              </a:spcBef>
              <a:spcAft>
                <a:spcPts val="1199"/>
              </a:spcAft>
              <a:buNone/>
              <a:tabLst>
                <a:tab pos="0" algn="l"/>
              </a:tabLst>
            </a:pPr>
            <a:endParaRPr lang="en-US" sz="2400" b="0" strike="noStrike" spc="-1">
              <a:latin typeface="Arial"/>
            </a:endParaRPr>
          </a:p>
          <a:p>
            <a:pPr>
              <a:lnSpc>
                <a:spcPct val="90000"/>
              </a:lnSpc>
              <a:spcBef>
                <a:spcPts val="1417"/>
              </a:spcBef>
              <a:buNone/>
              <a:tabLst>
                <a:tab pos="0" algn="l"/>
              </a:tabLst>
            </a:pPr>
            <a:endParaRPr lang="en-US" sz="2200" b="0" strike="noStrike" spc="-1">
              <a:latin typeface="Arial"/>
            </a:endParaRPr>
          </a:p>
          <a:p>
            <a:pPr>
              <a:lnSpc>
                <a:spcPct val="150000"/>
              </a:lnSpc>
              <a:spcBef>
                <a:spcPts val="601"/>
              </a:spcBef>
              <a:spcAft>
                <a:spcPts val="1199"/>
              </a:spcAft>
              <a:buNone/>
              <a:tabLst>
                <a:tab pos="0" algn="l"/>
              </a:tabLst>
            </a:pPr>
            <a:endParaRPr lang="en-US" sz="2000" b="0" strike="noStrike" spc="-1">
              <a:latin typeface="Arial"/>
            </a:endParaRPr>
          </a:p>
        </p:txBody>
      </p:sp>
      <p:sp>
        <p:nvSpPr>
          <p:cNvPr id="4" name="PlaceHolder 3"/>
          <p:cNvSpPr>
            <a:spLocks noGrp="1"/>
          </p:cNvSpPr>
          <p:nvPr>
            <p:ph type="sldNum" idx="5"/>
          </p:nvPr>
        </p:nvSpPr>
        <p:spPr/>
        <p:txBody>
          <a:bodyPr/>
          <a:lstStyle/>
          <a:p>
            <a:fld id="{A4A4144B-EC80-4F50-BAC6-DB9964EE7F3B}" type="slidenum">
              <a:t>32</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compose(contd)</a:t>
            </a:r>
            <a:endParaRPr lang="en-US" sz="3600" b="0" strike="noStrike" spc="-1">
              <a:latin typeface="Arial"/>
            </a:endParaRPr>
          </a:p>
        </p:txBody>
      </p:sp>
      <p:sp>
        <p:nvSpPr>
          <p:cNvPr id="150" name="PlaceHolder 2"/>
          <p:cNvSpPr>
            <a:spLocks noGrp="1"/>
          </p:cNvSpPr>
          <p:nvPr>
            <p:ph/>
          </p:nvPr>
        </p:nvSpPr>
        <p:spPr>
          <a:xfrm>
            <a:off x="780120" y="1731960"/>
            <a:ext cx="11174040" cy="4350600"/>
          </a:xfrm>
          <a:prstGeom prst="rect">
            <a:avLst/>
          </a:prstGeom>
          <a:noFill/>
          <a:ln w="0">
            <a:noFill/>
          </a:ln>
        </p:spPr>
        <p:txBody>
          <a:bodyPr lIns="90000" tIns="45000" rIns="90000" bIns="45000" anchor="t">
            <a:normAutofit/>
          </a:bodyPr>
          <a:lstStyle/>
          <a:p>
            <a:pPr marL="285840" indent="-285840">
              <a:lnSpc>
                <a:spcPct val="150000"/>
              </a:lnSpc>
              <a:spcBef>
                <a:spcPts val="720"/>
              </a:spcBef>
              <a:spcAft>
                <a:spcPts val="1199"/>
              </a:spcAft>
              <a:buClr>
                <a:srgbClr val="808080"/>
              </a:buClr>
              <a:buFont typeface="Arial"/>
              <a:buChar char="•"/>
            </a:pPr>
            <a:r>
              <a:rPr lang="en-US" sz="2400" b="0" strike="noStrike" spc="-1">
                <a:solidFill>
                  <a:srgbClr val="808080"/>
                </a:solidFill>
                <a:latin typeface="Segoe UI"/>
              </a:rPr>
              <a:t>To use docker compose</a:t>
            </a:r>
            <a:endParaRPr lang="en-US" sz="24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Create a docker file called docker-compose.yml</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spin up use: sudo docker-compose up –d</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tear down: sudo docker-compose down</a:t>
            </a:r>
            <a:endParaRPr lang="en-US" sz="2200" b="0" strike="noStrike" spc="-1">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a:solidFill>
                  <a:srgbClr val="808080"/>
                </a:solidFill>
                <a:latin typeface="Segoe UI"/>
              </a:rPr>
              <a:t>To tear down and created volumes: sudo docker-compose down --volumes</a:t>
            </a:r>
            <a:endParaRPr lang="en-US" sz="2200" b="0" strike="noStrike" spc="-1">
              <a:latin typeface="Arial"/>
            </a:endParaRPr>
          </a:p>
          <a:p>
            <a:pPr>
              <a:lnSpc>
                <a:spcPct val="150000"/>
              </a:lnSpc>
              <a:spcBef>
                <a:spcPts val="720"/>
              </a:spcBef>
              <a:spcAft>
                <a:spcPts val="1199"/>
              </a:spcAft>
              <a:buNone/>
            </a:pPr>
            <a:endParaRPr lang="en-US" sz="2400" b="0" strike="noStrike" spc="-1">
              <a:latin typeface="Arial"/>
            </a:endParaRPr>
          </a:p>
          <a:p>
            <a:pPr>
              <a:lnSpc>
                <a:spcPct val="150000"/>
              </a:lnSpc>
              <a:spcBef>
                <a:spcPts val="720"/>
              </a:spcBef>
              <a:spcAft>
                <a:spcPts val="1199"/>
              </a:spcAft>
              <a:buNone/>
            </a:pPr>
            <a:endParaRPr lang="en-US" sz="2400" b="0" strike="noStrike" spc="-1">
              <a:latin typeface="Arial"/>
            </a:endParaRPr>
          </a:p>
          <a:p>
            <a:pPr>
              <a:lnSpc>
                <a:spcPct val="90000"/>
              </a:lnSpc>
              <a:spcBef>
                <a:spcPts val="1417"/>
              </a:spcBef>
              <a:buNone/>
            </a:pPr>
            <a:endParaRPr lang="en-US" sz="2200" b="0" strike="noStrike" spc="-1">
              <a:latin typeface="Arial"/>
            </a:endParaRPr>
          </a:p>
          <a:p>
            <a:pPr>
              <a:lnSpc>
                <a:spcPct val="150000"/>
              </a:lnSpc>
              <a:spcBef>
                <a:spcPts val="601"/>
              </a:spcBef>
              <a:spcAft>
                <a:spcPts val="1199"/>
              </a:spcAft>
              <a:buNone/>
            </a:pPr>
            <a:endParaRPr lang="en-US" sz="2000" b="0" strike="noStrike" spc="-1">
              <a:latin typeface="Arial"/>
            </a:endParaRPr>
          </a:p>
        </p:txBody>
      </p:sp>
      <p:sp>
        <p:nvSpPr>
          <p:cNvPr id="4" name="PlaceHolder 3"/>
          <p:cNvSpPr>
            <a:spLocks noGrp="1"/>
          </p:cNvSpPr>
          <p:nvPr>
            <p:ph type="sldNum" idx="5"/>
          </p:nvPr>
        </p:nvSpPr>
        <p:spPr/>
        <p:txBody>
          <a:bodyPr/>
          <a:lstStyle/>
          <a:p>
            <a:fld id="{A1A16758-04EB-4AFF-B11D-88324F05F01C}" type="slidenum">
              <a:t>33</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Docker compose(contd)</a:t>
            </a:r>
            <a:endParaRPr lang="en-US" sz="3600" b="0" strike="noStrike" spc="-1">
              <a:latin typeface="Arial"/>
            </a:endParaRPr>
          </a:p>
        </p:txBody>
      </p:sp>
      <p:sp>
        <p:nvSpPr>
          <p:cNvPr id="152" name="PlaceHolder 2"/>
          <p:cNvSpPr>
            <a:spLocks noGrp="1"/>
          </p:cNvSpPr>
          <p:nvPr>
            <p:ph/>
          </p:nvPr>
        </p:nvSpPr>
        <p:spPr>
          <a:xfrm>
            <a:off x="780120" y="1731960"/>
            <a:ext cx="10448712" cy="4350600"/>
          </a:xfrm>
          <a:prstGeom prst="rect">
            <a:avLst/>
          </a:prstGeom>
          <a:noFill/>
          <a:ln w="0">
            <a:noFill/>
          </a:ln>
        </p:spPr>
        <p:txBody>
          <a:bodyPr lIns="90000" tIns="45000" rIns="90000" bIns="45000" anchor="t">
            <a:normAutofit fontScale="98000"/>
          </a:bodyPr>
          <a:lstStyle/>
          <a:p>
            <a:pPr marL="285840" indent="-285840">
              <a:lnSpc>
                <a:spcPct val="150000"/>
              </a:lnSpc>
              <a:spcBef>
                <a:spcPts val="720"/>
              </a:spcBef>
              <a:spcAft>
                <a:spcPts val="1199"/>
              </a:spcAft>
              <a:buClr>
                <a:srgbClr val="808080"/>
              </a:buClr>
              <a:buFont typeface="Arial"/>
              <a:buChar char="•"/>
            </a:pPr>
            <a:r>
              <a:rPr lang="en-US" sz="2400" b="0" strike="noStrike" spc="-1" dirty="0" err="1">
                <a:solidFill>
                  <a:srgbClr val="808080"/>
                </a:solidFill>
                <a:latin typeface="Segoe UI"/>
              </a:rPr>
              <a:t>Odoo</a:t>
            </a:r>
            <a:r>
              <a:rPr lang="en-US" sz="2400" b="0" strike="noStrike" spc="-1" dirty="0">
                <a:solidFill>
                  <a:srgbClr val="808080"/>
                </a:solidFill>
                <a:latin typeface="Segoe UI"/>
              </a:rPr>
              <a:t> example</a:t>
            </a:r>
            <a:r>
              <a:rPr lang="en-US" sz="2400" b="0" strike="noStrike" spc="-1" dirty="0" smtClean="0">
                <a:solidFill>
                  <a:srgbClr val="808080"/>
                </a:solidFill>
                <a:latin typeface="Segoe UI"/>
              </a:rPr>
              <a:t>:</a:t>
            </a:r>
          </a:p>
          <a:p>
            <a:pPr marL="743040" lvl="1" indent="-285840">
              <a:lnSpc>
                <a:spcPct val="150000"/>
              </a:lnSpc>
              <a:spcBef>
                <a:spcPts val="720"/>
              </a:spcBef>
              <a:spcAft>
                <a:spcPts val="1199"/>
              </a:spcAft>
              <a:buClr>
                <a:srgbClr val="808080"/>
              </a:buClr>
              <a:buFont typeface="Arial"/>
              <a:buChar char="•"/>
            </a:pPr>
            <a:r>
              <a:rPr lang="en-US" sz="2000" spc="-1" dirty="0" smtClean="0">
                <a:solidFill>
                  <a:srgbClr val="808080"/>
                </a:solidFill>
                <a:latin typeface="Segoe UI"/>
              </a:rPr>
              <a:t>Is an open source CRM</a:t>
            </a:r>
          </a:p>
          <a:p>
            <a:pPr marL="743040" lvl="1" indent="-285840">
              <a:lnSpc>
                <a:spcPct val="150000"/>
              </a:lnSpc>
              <a:spcBef>
                <a:spcPts val="720"/>
              </a:spcBef>
              <a:spcAft>
                <a:spcPts val="1199"/>
              </a:spcAft>
              <a:buClr>
                <a:srgbClr val="808080"/>
              </a:buClr>
              <a:buFont typeface="Arial"/>
              <a:buChar char="•"/>
            </a:pPr>
            <a:r>
              <a:rPr lang="en-US" sz="2000" spc="-1" dirty="0" smtClean="0">
                <a:solidFill>
                  <a:srgbClr val="808080"/>
                </a:solidFill>
                <a:latin typeface="Segoe UI"/>
              </a:rPr>
              <a:t>Postgres backend database</a:t>
            </a:r>
          </a:p>
          <a:p>
            <a:pPr marL="743040" lvl="1" indent="-285840">
              <a:lnSpc>
                <a:spcPct val="150000"/>
              </a:lnSpc>
              <a:spcBef>
                <a:spcPts val="720"/>
              </a:spcBef>
              <a:spcAft>
                <a:spcPts val="1199"/>
              </a:spcAft>
              <a:buClr>
                <a:srgbClr val="808080"/>
              </a:buClr>
              <a:buFont typeface="Arial"/>
              <a:buChar char="•"/>
            </a:pPr>
            <a:r>
              <a:rPr lang="en-US" sz="2000" spc="-1" dirty="0" smtClean="0">
                <a:solidFill>
                  <a:srgbClr val="808080"/>
                </a:solidFill>
                <a:latin typeface="Segoe UI"/>
              </a:rPr>
              <a:t>Check my repo: https://github.com/compilereg/docker/tree/main/odoo</a:t>
            </a:r>
          </a:p>
          <a:p>
            <a:pPr marL="743040" lvl="1" indent="-285840">
              <a:lnSpc>
                <a:spcPct val="150000"/>
              </a:lnSpc>
              <a:spcBef>
                <a:spcPts val="720"/>
              </a:spcBef>
              <a:spcAft>
                <a:spcPts val="1199"/>
              </a:spcAft>
              <a:buClr>
                <a:srgbClr val="808080"/>
              </a:buClr>
              <a:buFont typeface="Arial"/>
              <a:buChar char="•"/>
            </a:pPr>
            <a:endParaRPr lang="en-US" sz="2000" b="0" strike="noStrike" spc="-1" dirty="0">
              <a:latin typeface="Arial"/>
            </a:endParaRPr>
          </a:p>
          <a:p>
            <a:pPr marL="685800">
              <a:lnSpc>
                <a:spcPct val="100000"/>
              </a:lnSpc>
              <a:spcBef>
                <a:spcPts val="360"/>
              </a:spcBef>
              <a:spcAft>
                <a:spcPts val="1199"/>
              </a:spcAft>
              <a:buNone/>
              <a:tabLst>
                <a:tab pos="0" algn="l"/>
              </a:tabLst>
            </a:pPr>
            <a:r>
              <a:rPr lang="en-US" sz="1200" b="0" strike="noStrike" spc="-1" dirty="0" smtClean="0">
                <a:solidFill>
                  <a:srgbClr val="808080"/>
                </a:solidFill>
                <a:latin typeface="Segoe UI"/>
              </a:rPr>
              <a:t>-</a:t>
            </a:r>
            <a:endParaRPr lang="en-US" sz="1200" b="0" strike="noStrike" spc="-1" dirty="0">
              <a:latin typeface="Arial"/>
            </a:endParaRPr>
          </a:p>
          <a:p>
            <a:pPr marL="685800">
              <a:lnSpc>
                <a:spcPct val="150000"/>
              </a:lnSpc>
              <a:spcBef>
                <a:spcPts val="720"/>
              </a:spcBef>
              <a:spcAft>
                <a:spcPts val="1199"/>
              </a:spcAft>
              <a:buNone/>
              <a:tabLst>
                <a:tab pos="0" algn="l"/>
              </a:tabLst>
            </a:pPr>
            <a:endParaRPr lang="en-US" sz="2400" b="0" strike="noStrike" spc="-1" dirty="0">
              <a:latin typeface="Arial"/>
            </a:endParaRPr>
          </a:p>
          <a:p>
            <a:pPr marL="685800">
              <a:lnSpc>
                <a:spcPct val="90000"/>
              </a:lnSpc>
              <a:spcBef>
                <a:spcPts val="1417"/>
              </a:spcBef>
              <a:buNone/>
              <a:tabLst>
                <a:tab pos="0" algn="l"/>
              </a:tabLst>
            </a:pPr>
            <a:endParaRPr lang="en-US" sz="2200" b="0" strike="noStrike" spc="-1" dirty="0">
              <a:latin typeface="Arial"/>
            </a:endParaRPr>
          </a:p>
          <a:p>
            <a:pPr marL="685800">
              <a:lnSpc>
                <a:spcPct val="150000"/>
              </a:lnSpc>
              <a:spcBef>
                <a:spcPts val="601"/>
              </a:spcBef>
              <a:spcAft>
                <a:spcPts val="1199"/>
              </a:spcAft>
              <a:buNone/>
              <a:tabLst>
                <a:tab pos="0" algn="l"/>
              </a:tabLst>
            </a:pPr>
            <a:endParaRPr lang="en-US" sz="2000" b="0" strike="noStrike" spc="-1" dirty="0">
              <a:latin typeface="Arial"/>
            </a:endParaRPr>
          </a:p>
        </p:txBody>
      </p:sp>
      <p:sp>
        <p:nvSpPr>
          <p:cNvPr id="4" name="PlaceHolder 3"/>
          <p:cNvSpPr>
            <a:spLocks noGrp="1"/>
          </p:cNvSpPr>
          <p:nvPr>
            <p:ph type="sldNum" idx="5"/>
          </p:nvPr>
        </p:nvSpPr>
        <p:spPr/>
        <p:txBody>
          <a:bodyPr/>
          <a:lstStyle/>
          <a:p>
            <a:fld id="{47CFFCDE-4B3D-4EF5-8234-008C1BCF329D}" type="slidenum">
              <a:t>34</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Image management</a:t>
            </a:r>
            <a:endParaRPr lang="en-US" sz="3600" b="0" strike="noStrike" spc="-1">
              <a:latin typeface="Arial"/>
            </a:endParaRPr>
          </a:p>
        </p:txBody>
      </p:sp>
      <p:sp>
        <p:nvSpPr>
          <p:cNvPr id="155" name="PlaceHolder 2"/>
          <p:cNvSpPr>
            <a:spLocks noGrp="1"/>
          </p:cNvSpPr>
          <p:nvPr>
            <p:ph/>
          </p:nvPr>
        </p:nvSpPr>
        <p:spPr>
          <a:xfrm>
            <a:off x="780120" y="1718640"/>
            <a:ext cx="11174040" cy="4350600"/>
          </a:xfrm>
          <a:prstGeom prst="rect">
            <a:avLst/>
          </a:prstGeom>
          <a:noFill/>
          <a:ln w="0">
            <a:noFill/>
          </a:ln>
        </p:spPr>
        <p:txBody>
          <a:bodyPr lIns="90000" tIns="45000" rIns="90000" bIns="45000" anchor="t">
            <a:normAutofit fontScale="93500" lnSpcReduction="10000"/>
          </a:bodyPr>
          <a:lstStyle/>
          <a:p>
            <a:pPr marL="285840" indent="-285840">
              <a:lnSpc>
                <a:spcPct val="150000"/>
              </a:lnSpc>
              <a:spcBef>
                <a:spcPts val="720"/>
              </a:spcBef>
              <a:spcAft>
                <a:spcPts val="1199"/>
              </a:spcAft>
              <a:buClr>
                <a:srgbClr val="808080"/>
              </a:buClr>
              <a:buFont typeface="Arial"/>
              <a:buChar char="•"/>
            </a:pPr>
            <a:r>
              <a:rPr lang="en-US" sz="2400" b="0" strike="noStrike" spc="-1" dirty="0">
                <a:solidFill>
                  <a:srgbClr val="808080"/>
                </a:solidFill>
                <a:latin typeface="Segoe UI"/>
              </a:rPr>
              <a:t>Use a </a:t>
            </a:r>
            <a:r>
              <a:rPr lang="en-US" sz="2400" b="0" strike="noStrike" spc="-1" dirty="0" err="1">
                <a:solidFill>
                  <a:srgbClr val="808080"/>
                </a:solidFill>
                <a:latin typeface="Segoe UI"/>
              </a:rPr>
              <a:t>Dockerfile</a:t>
            </a:r>
            <a:r>
              <a:rPr lang="en-US" sz="2400" b="0" strike="noStrike" spc="-1" dirty="0">
                <a:solidFill>
                  <a:srgbClr val="808080"/>
                </a:solidFill>
                <a:latin typeface="Segoe UI"/>
              </a:rPr>
              <a:t> : </a:t>
            </a:r>
            <a:r>
              <a:rPr lang="en-US" sz="2400" b="0" strike="noStrike" spc="-1" dirty="0" err="1">
                <a:solidFill>
                  <a:srgbClr val="808080"/>
                </a:solidFill>
                <a:latin typeface="Segoe UI"/>
              </a:rPr>
              <a:t>docker</a:t>
            </a:r>
            <a:r>
              <a:rPr lang="en-US" sz="2400" b="0" strike="noStrike" spc="-1" dirty="0">
                <a:solidFill>
                  <a:srgbClr val="808080"/>
                </a:solidFill>
                <a:latin typeface="Segoe UI"/>
              </a:rPr>
              <a:t> build &lt;Directory&gt;/ -t &lt;image name&gt;</a:t>
            </a:r>
            <a:endParaRPr lang="en-US" sz="2400" b="0" strike="noStrike" spc="-1" dirty="0">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To create an image for apache based on </a:t>
            </a:r>
            <a:r>
              <a:rPr lang="en-US" sz="2200" b="0" strike="noStrike" spc="-1" dirty="0" err="1">
                <a:solidFill>
                  <a:srgbClr val="808080"/>
                </a:solidFill>
                <a:latin typeface="Segoe UI"/>
              </a:rPr>
              <a:t>ubuntu</a:t>
            </a:r>
            <a:r>
              <a:rPr lang="en-US" sz="2200" b="0" strike="noStrike" spc="-1" dirty="0">
                <a:solidFill>
                  <a:srgbClr val="808080"/>
                </a:solidFill>
                <a:latin typeface="Segoe UI"/>
              </a:rPr>
              <a:t>:</a:t>
            </a:r>
            <a:endParaRPr lang="en-US" sz="2200" b="0" strike="noStrike" spc="-1" dirty="0">
              <a:latin typeface="Arial"/>
            </a:endParaRPr>
          </a:p>
          <a:p>
            <a:pPr marL="971640" lvl="1" indent="-285840">
              <a:lnSpc>
                <a:spcPct val="150000"/>
              </a:lnSpc>
              <a:spcBef>
                <a:spcPts val="660"/>
              </a:spcBef>
              <a:spcAft>
                <a:spcPts val="1199"/>
              </a:spcAft>
              <a:buClr>
                <a:srgbClr val="808080"/>
              </a:buClr>
              <a:buFont typeface="Arial"/>
              <a:buChar char="•"/>
            </a:pPr>
            <a:r>
              <a:rPr lang="en-US" sz="2200" b="0" strike="noStrike" spc="-1" dirty="0">
                <a:solidFill>
                  <a:srgbClr val="808080"/>
                </a:solidFill>
                <a:latin typeface="Segoe UI"/>
              </a:rPr>
              <a:t>Create a file called </a:t>
            </a:r>
            <a:r>
              <a:rPr lang="en-US" sz="2200" b="0" strike="noStrike" spc="-1" dirty="0" err="1" smtClean="0">
                <a:solidFill>
                  <a:srgbClr val="808080"/>
                </a:solidFill>
                <a:latin typeface="Segoe UI"/>
              </a:rPr>
              <a:t>Dockerfile</a:t>
            </a:r>
            <a:endParaRPr lang="en-US" sz="2200" b="0" strike="noStrike" spc="-1" dirty="0" smtClean="0">
              <a:solidFill>
                <a:srgbClr val="808080"/>
              </a:solidFill>
              <a:latin typeface="Segoe UI"/>
            </a:endParaRPr>
          </a:p>
          <a:p>
            <a:pPr marL="971640" lvl="1" indent="-285840">
              <a:lnSpc>
                <a:spcPct val="150000"/>
              </a:lnSpc>
              <a:spcBef>
                <a:spcPts val="660"/>
              </a:spcBef>
              <a:spcAft>
                <a:spcPts val="1199"/>
              </a:spcAft>
              <a:buClr>
                <a:srgbClr val="808080"/>
              </a:buClr>
              <a:buFont typeface="Arial"/>
              <a:buChar char="•"/>
            </a:pPr>
            <a:r>
              <a:rPr lang="en-US" sz="2200" spc="-1" dirty="0" smtClean="0">
                <a:solidFill>
                  <a:srgbClr val="808080"/>
                </a:solidFill>
                <a:latin typeface="Segoe UI"/>
              </a:rPr>
              <a:t>Check my repo: </a:t>
            </a:r>
            <a:r>
              <a:rPr lang="en-US" sz="2200" spc="-1" dirty="0" smtClean="0">
                <a:solidFill>
                  <a:srgbClr val="808080"/>
                </a:solidFill>
                <a:latin typeface="Segoe UI"/>
                <a:hlinkClick r:id="rId3"/>
              </a:rPr>
              <a:t>https://github.com/compilereg/docker/tree/main/webapp_dockerfile</a:t>
            </a:r>
            <a:endParaRPr lang="en-US" sz="2200" spc="-1" dirty="0" smtClean="0">
              <a:solidFill>
                <a:srgbClr val="808080"/>
              </a:solidFill>
              <a:latin typeface="Segoe UI"/>
            </a:endParaRPr>
          </a:p>
          <a:p>
            <a:pPr lvl="1" indent="0">
              <a:lnSpc>
                <a:spcPct val="150000"/>
              </a:lnSpc>
              <a:spcBef>
                <a:spcPts val="660"/>
              </a:spcBef>
              <a:spcAft>
                <a:spcPts val="1199"/>
              </a:spcAft>
              <a:buClr>
                <a:srgbClr val="808080"/>
              </a:buClr>
              <a:buNone/>
            </a:pPr>
            <a:endParaRPr lang="en-US" sz="2200" b="0" strike="noStrike" spc="-1" dirty="0" smtClean="0">
              <a:solidFill>
                <a:srgbClr val="808080"/>
              </a:solidFill>
              <a:latin typeface="Segoe UI"/>
            </a:endParaRPr>
          </a:p>
          <a:p>
            <a:pPr lvl="1" indent="0">
              <a:lnSpc>
                <a:spcPct val="150000"/>
              </a:lnSpc>
              <a:spcBef>
                <a:spcPts val="660"/>
              </a:spcBef>
              <a:spcAft>
                <a:spcPts val="1199"/>
              </a:spcAft>
              <a:buClr>
                <a:srgbClr val="808080"/>
              </a:buClr>
              <a:buNone/>
            </a:pPr>
            <a:r>
              <a:rPr lang="en-US" sz="2200" b="0" strike="noStrike" spc="-1" dirty="0" smtClean="0">
                <a:solidFill>
                  <a:srgbClr val="808080"/>
                </a:solidFill>
                <a:latin typeface="Segoe UI"/>
              </a:rPr>
              <a:t>$</a:t>
            </a:r>
            <a:r>
              <a:rPr lang="en-US" sz="2200" b="0" strike="noStrike" spc="-1" dirty="0" err="1">
                <a:solidFill>
                  <a:srgbClr val="808080"/>
                </a:solidFill>
                <a:latin typeface="Segoe UI"/>
              </a:rPr>
              <a:t>sudo</a:t>
            </a:r>
            <a:r>
              <a:rPr lang="en-US" sz="2200" b="0" strike="noStrike" spc="-1" dirty="0">
                <a:solidFill>
                  <a:srgbClr val="808080"/>
                </a:solidFill>
                <a:latin typeface="Segoe UI"/>
              </a:rPr>
              <a:t> </a:t>
            </a:r>
            <a:r>
              <a:rPr lang="en-US" sz="2200" b="0" strike="noStrike" spc="-1" dirty="0" err="1">
                <a:solidFill>
                  <a:srgbClr val="808080"/>
                </a:solidFill>
                <a:latin typeface="Segoe UI"/>
              </a:rPr>
              <a:t>docker</a:t>
            </a:r>
            <a:r>
              <a:rPr lang="en-US" sz="2200" b="0" strike="noStrike" spc="-1" dirty="0">
                <a:solidFill>
                  <a:srgbClr val="808080"/>
                </a:solidFill>
                <a:latin typeface="Segoe UI"/>
              </a:rPr>
              <a:t> build </a:t>
            </a:r>
            <a:r>
              <a:rPr lang="en-US" sz="2200" b="0" strike="noStrike" spc="-1" dirty="0" err="1">
                <a:solidFill>
                  <a:srgbClr val="808080"/>
                </a:solidFill>
                <a:latin typeface="Segoe UI"/>
              </a:rPr>
              <a:t>MynewWeb</a:t>
            </a:r>
            <a:r>
              <a:rPr lang="en-US" sz="2200" b="0" strike="noStrike" spc="-1" dirty="0">
                <a:solidFill>
                  <a:srgbClr val="808080"/>
                </a:solidFill>
                <a:latin typeface="Segoe UI"/>
              </a:rPr>
              <a:t>/ -t </a:t>
            </a:r>
            <a:r>
              <a:rPr lang="en-US" sz="2200" b="0" strike="noStrike" spc="-1" dirty="0" err="1">
                <a:solidFill>
                  <a:srgbClr val="808080"/>
                </a:solidFill>
                <a:latin typeface="Segoe UI"/>
              </a:rPr>
              <a:t>mynewimage</a:t>
            </a:r>
            <a:endParaRPr lang="en-US" sz="2200" b="0" strike="noStrike" spc="-1" dirty="0">
              <a:latin typeface="Arial"/>
            </a:endParaRPr>
          </a:p>
          <a:p>
            <a:pPr>
              <a:lnSpc>
                <a:spcPct val="90000"/>
              </a:lnSpc>
              <a:spcBef>
                <a:spcPts val="1417"/>
              </a:spcBef>
              <a:buNone/>
            </a:pPr>
            <a:endParaRPr lang="en-US" sz="2000" b="0" strike="noStrike" spc="-1" dirty="0">
              <a:latin typeface="Arial"/>
            </a:endParaRPr>
          </a:p>
        </p:txBody>
      </p:sp>
      <p:sp>
        <p:nvSpPr>
          <p:cNvPr id="4" name="PlaceHolder 3"/>
          <p:cNvSpPr>
            <a:spLocks noGrp="1"/>
          </p:cNvSpPr>
          <p:nvPr>
            <p:ph type="sldNum" idx="5"/>
          </p:nvPr>
        </p:nvSpPr>
        <p:spPr/>
        <p:txBody>
          <a:bodyPr/>
          <a:lstStyle/>
          <a:p>
            <a:fld id="{DAD9058E-CE64-4948-8207-C2A1BDB08FE5}" type="slidenum">
              <a:t>35</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a:solidFill>
                  <a:srgbClr val="FFFFFF"/>
                </a:solidFill>
                <a:latin typeface="Segoe UI Light"/>
              </a:rPr>
              <a:t>Image </a:t>
            </a:r>
            <a:r>
              <a:rPr lang="en-US" sz="3600" b="0" strike="noStrike" spc="-1" dirty="0" smtClean="0">
                <a:solidFill>
                  <a:srgbClr val="FFFFFF"/>
                </a:solidFill>
                <a:latin typeface="Segoe UI Light"/>
              </a:rPr>
              <a:t>management</a:t>
            </a:r>
            <a:br>
              <a:rPr lang="en-US" sz="3600" b="0" strike="noStrike" spc="-1" dirty="0" smtClean="0">
                <a:solidFill>
                  <a:srgbClr val="FFFFFF"/>
                </a:solidFill>
                <a:latin typeface="Segoe UI Light"/>
              </a:rPr>
            </a:br>
            <a:r>
              <a:rPr lang="en-US" sz="3600" b="0" strike="noStrike" spc="-1" dirty="0" smtClean="0">
                <a:solidFill>
                  <a:srgbClr val="FFFFFF"/>
                </a:solidFill>
                <a:latin typeface="Segoe UI Light"/>
              </a:rPr>
              <a:t>Run</a:t>
            </a:r>
            <a:endParaRPr lang="en-US" sz="3600" b="0" strike="noStrike" spc="-1" dirty="0">
              <a:latin typeface="Arial"/>
            </a:endParaRPr>
          </a:p>
        </p:txBody>
      </p:sp>
      <p:sp>
        <p:nvSpPr>
          <p:cNvPr id="155" name="PlaceHolder 2"/>
          <p:cNvSpPr>
            <a:spLocks noGrp="1"/>
          </p:cNvSpPr>
          <p:nvPr>
            <p:ph idx="4294967295"/>
          </p:nvPr>
        </p:nvSpPr>
        <p:spPr>
          <a:xfrm>
            <a:off x="780120" y="1718640"/>
            <a:ext cx="11174040" cy="4350600"/>
          </a:xfrm>
          <a:prstGeom prst="rect">
            <a:avLst/>
          </a:prstGeom>
          <a:noFill/>
          <a:ln w="0">
            <a:noFill/>
          </a:ln>
        </p:spPr>
        <p:txBody>
          <a:bodyPr lIns="90000" tIns="45000" rIns="90000" bIns="45000" anchor="t">
            <a:normAutofit fontScale="93500"/>
          </a:bodyPr>
          <a:lstStyle/>
          <a:p>
            <a:pPr>
              <a:spcBef>
                <a:spcPts val="1417"/>
              </a:spcBef>
            </a:pPr>
            <a:r>
              <a:rPr lang="en-US" sz="2000" b="0" strike="noStrike" spc="-1" dirty="0" smtClean="0">
                <a:solidFill>
                  <a:srgbClr val="808080"/>
                </a:solidFill>
                <a:latin typeface="Segoe UI"/>
              </a:rPr>
              <a:t>Used to execute a command(s) during image creation</a:t>
            </a:r>
          </a:p>
          <a:p>
            <a:pPr>
              <a:spcBef>
                <a:spcPts val="1417"/>
              </a:spcBef>
            </a:pPr>
            <a:endParaRPr lang="en-US" sz="2000" b="0" strike="noStrike" spc="-1" dirty="0" smtClean="0">
              <a:solidFill>
                <a:srgbClr val="808080"/>
              </a:solidFill>
              <a:latin typeface="Segoe UI"/>
            </a:endParaRPr>
          </a:p>
          <a:p>
            <a:pPr>
              <a:spcBef>
                <a:spcPts val="1417"/>
              </a:spcBef>
            </a:pPr>
            <a:r>
              <a:rPr lang="en-US" sz="2000" spc="-1" dirty="0" smtClean="0">
                <a:solidFill>
                  <a:srgbClr val="808080"/>
                </a:solidFill>
                <a:latin typeface="Segoe UI"/>
              </a:rPr>
              <a:t>Each Run, generates a new layer (increase the image size)</a:t>
            </a:r>
          </a:p>
          <a:p>
            <a:pPr>
              <a:spcBef>
                <a:spcPts val="1417"/>
              </a:spcBef>
            </a:pPr>
            <a:endParaRPr lang="en-US" sz="2000" spc="-1" dirty="0" smtClean="0">
              <a:solidFill>
                <a:srgbClr val="808080"/>
              </a:solidFill>
              <a:latin typeface="Segoe UI"/>
            </a:endParaRPr>
          </a:p>
          <a:p>
            <a:pPr>
              <a:spcBef>
                <a:spcPts val="1417"/>
              </a:spcBef>
            </a:pPr>
            <a:r>
              <a:rPr lang="en-US" sz="2000" b="0" strike="noStrike" spc="-1" dirty="0" smtClean="0">
                <a:solidFill>
                  <a:srgbClr val="808080"/>
                </a:solidFill>
                <a:latin typeface="Segoe UI"/>
              </a:rPr>
              <a:t>Each Run always starts from the /</a:t>
            </a:r>
          </a:p>
          <a:p>
            <a:pPr marL="0" indent="0">
              <a:spcBef>
                <a:spcPts val="1417"/>
              </a:spcBef>
              <a:buNone/>
            </a:pPr>
            <a:endParaRPr lang="en-US" sz="2000" b="0" strike="noStrike" spc="-1" dirty="0" smtClean="0">
              <a:solidFill>
                <a:srgbClr val="808080"/>
              </a:solidFill>
              <a:latin typeface="Segoe UI"/>
            </a:endParaRPr>
          </a:p>
          <a:p>
            <a:pPr>
              <a:spcBef>
                <a:spcPts val="1417"/>
              </a:spcBef>
              <a:buNone/>
            </a:pPr>
            <a:endParaRPr lang="en-US" sz="2000" b="0" strike="noStrike" spc="-1" dirty="0" smtClean="0">
              <a:solidFill>
                <a:srgbClr val="808080"/>
              </a:solidFill>
              <a:latin typeface="Segoe UI"/>
            </a:endParaRPr>
          </a:p>
          <a:p>
            <a:pPr>
              <a:spcBef>
                <a:spcPts val="1417"/>
              </a:spcBef>
              <a:buNone/>
            </a:pPr>
            <a:endParaRPr lang="en-US" sz="2000" b="0" strike="noStrike" spc="-1" dirty="0">
              <a:latin typeface="Arial"/>
            </a:endParaRPr>
          </a:p>
        </p:txBody>
      </p:sp>
      <p:sp>
        <p:nvSpPr>
          <p:cNvPr id="4" name="PlaceHolder 3"/>
          <p:cNvSpPr>
            <a:spLocks noGrp="1"/>
          </p:cNvSpPr>
          <p:nvPr>
            <p:ph type="sldNum" idx="5"/>
          </p:nvPr>
        </p:nvSpPr>
        <p:spPr/>
        <p:txBody>
          <a:bodyPr/>
          <a:lstStyle/>
          <a:p>
            <a:fld id="{DAD9058E-CE64-4948-8207-C2A1BDB08FE5}" type="slidenum">
              <a:t>36</a:t>
            </a:fld>
            <a:endParaRPr/>
          </a:p>
        </p:txBody>
      </p:sp>
    </p:spTree>
    <p:extLst>
      <p:ext uri="{BB962C8B-B14F-4D97-AF65-F5344CB8AC3E}">
        <p14:creationId xmlns:p14="http://schemas.microsoft.com/office/powerpoint/2010/main" val="222226245"/>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a:solidFill>
                  <a:srgbClr val="FFFFFF"/>
                </a:solidFill>
                <a:latin typeface="Segoe UI Light"/>
              </a:rPr>
              <a:t>Image </a:t>
            </a:r>
            <a:r>
              <a:rPr lang="en-US" sz="3600" b="0" strike="noStrike" spc="-1" dirty="0" smtClean="0">
                <a:solidFill>
                  <a:srgbClr val="FFFFFF"/>
                </a:solidFill>
                <a:latin typeface="Segoe UI Light"/>
              </a:rPr>
              <a:t>management</a:t>
            </a:r>
            <a:br>
              <a:rPr lang="en-US" sz="3600" b="0" strike="noStrike" spc="-1" dirty="0" smtClean="0">
                <a:solidFill>
                  <a:srgbClr val="FFFFFF"/>
                </a:solidFill>
                <a:latin typeface="Segoe UI Light"/>
              </a:rPr>
            </a:br>
            <a:r>
              <a:rPr lang="en-US" sz="3600" b="0" strike="noStrike" spc="-1" dirty="0" err="1" smtClean="0">
                <a:solidFill>
                  <a:srgbClr val="FFFFFF"/>
                </a:solidFill>
                <a:latin typeface="Segoe UI Light"/>
              </a:rPr>
              <a:t>Entrypoint</a:t>
            </a:r>
            <a:r>
              <a:rPr lang="en-US" sz="3600" b="0" strike="noStrike" spc="-1" dirty="0" smtClean="0">
                <a:solidFill>
                  <a:srgbClr val="FFFFFF"/>
                </a:solidFill>
                <a:latin typeface="Segoe UI Light"/>
              </a:rPr>
              <a:t> Vs. CMD</a:t>
            </a:r>
            <a:endParaRPr lang="en-US" sz="3600" b="0" strike="noStrike" spc="-1" dirty="0">
              <a:latin typeface="Arial"/>
            </a:endParaRPr>
          </a:p>
        </p:txBody>
      </p:sp>
      <p:sp>
        <p:nvSpPr>
          <p:cNvPr id="155" name="PlaceHolder 2"/>
          <p:cNvSpPr>
            <a:spLocks noGrp="1"/>
          </p:cNvSpPr>
          <p:nvPr>
            <p:ph idx="4294967295"/>
          </p:nvPr>
        </p:nvSpPr>
        <p:spPr>
          <a:xfrm>
            <a:off x="780120" y="1718640"/>
            <a:ext cx="11174040" cy="4350600"/>
          </a:xfrm>
          <a:prstGeom prst="rect">
            <a:avLst/>
          </a:prstGeom>
          <a:noFill/>
          <a:ln w="0">
            <a:noFill/>
          </a:ln>
        </p:spPr>
        <p:txBody>
          <a:bodyPr lIns="90000" tIns="45000" rIns="90000" bIns="45000" anchor="t">
            <a:normAutofit fontScale="93500"/>
          </a:bodyPr>
          <a:lstStyle/>
          <a:p>
            <a:pPr>
              <a:spcBef>
                <a:spcPts val="1417"/>
              </a:spcBef>
              <a:buNone/>
            </a:pPr>
            <a:r>
              <a:rPr lang="en-US" sz="2000" b="0" strike="noStrike" spc="-1" dirty="0" smtClean="0">
                <a:solidFill>
                  <a:srgbClr val="808080"/>
                </a:solidFill>
                <a:latin typeface="Segoe UI"/>
              </a:rPr>
              <a:t>Both used to specify the executable used to run when the container start.</a:t>
            </a:r>
          </a:p>
          <a:p>
            <a:pPr>
              <a:spcBef>
                <a:spcPts val="1417"/>
              </a:spcBef>
              <a:buNone/>
            </a:pPr>
            <a:endParaRPr lang="en-US" sz="2000" b="0" strike="noStrike" spc="-1" dirty="0" smtClean="0">
              <a:solidFill>
                <a:srgbClr val="808080"/>
              </a:solidFill>
              <a:latin typeface="Segoe UI"/>
            </a:endParaRPr>
          </a:p>
          <a:p>
            <a:pPr>
              <a:spcBef>
                <a:spcPts val="1417"/>
              </a:spcBef>
              <a:buNone/>
            </a:pPr>
            <a:endParaRPr lang="en-US" sz="2000" b="0" strike="noStrike" spc="-1" dirty="0">
              <a:latin typeface="Arial"/>
            </a:endParaRPr>
          </a:p>
        </p:txBody>
      </p:sp>
      <p:sp>
        <p:nvSpPr>
          <p:cNvPr id="4" name="PlaceHolder 3"/>
          <p:cNvSpPr>
            <a:spLocks noGrp="1"/>
          </p:cNvSpPr>
          <p:nvPr>
            <p:ph type="sldNum" idx="5"/>
          </p:nvPr>
        </p:nvSpPr>
        <p:spPr/>
        <p:txBody>
          <a:bodyPr/>
          <a:lstStyle/>
          <a:p>
            <a:fld id="{DAD9058E-CE64-4948-8207-C2A1BDB08FE5}" type="slidenum">
              <a:t>37</a:t>
            </a:fld>
            <a:endParaRPr/>
          </a:p>
        </p:txBody>
      </p:sp>
      <p:graphicFrame>
        <p:nvGraphicFramePr>
          <p:cNvPr id="2" name="Table 1"/>
          <p:cNvGraphicFramePr>
            <a:graphicFrameLocks noGrp="1"/>
          </p:cNvGraphicFramePr>
          <p:nvPr>
            <p:extLst>
              <p:ext uri="{D42A27DB-BD31-4B8C-83A1-F6EECF244321}">
                <p14:modId xmlns:p14="http://schemas.microsoft.com/office/powerpoint/2010/main" val="4052648079"/>
              </p:ext>
            </p:extLst>
          </p:nvPr>
        </p:nvGraphicFramePr>
        <p:xfrm>
          <a:off x="604440" y="2086218"/>
          <a:ext cx="10560384" cy="4122560"/>
        </p:xfrm>
        <a:graphic>
          <a:graphicData uri="http://schemas.openxmlformats.org/drawingml/2006/table">
            <a:tbl>
              <a:tblPr/>
              <a:tblGrid>
                <a:gridCol w="3520128"/>
                <a:gridCol w="3520128"/>
                <a:gridCol w="3520128"/>
              </a:tblGrid>
              <a:tr h="365849">
                <a:tc>
                  <a:txBody>
                    <a:bodyPr/>
                    <a:lstStyle/>
                    <a:p>
                      <a:pPr fontAlgn="t"/>
                      <a:r>
                        <a:rPr lang="en-US" sz="1100" b="1">
                          <a:solidFill>
                            <a:srgbClr val="4A4D57"/>
                          </a:solidFill>
                          <a:effectLst/>
                          <a:latin typeface="Nunito Sans"/>
                        </a:rPr>
                        <a:t>Feature</a:t>
                      </a:r>
                      <a:endParaRPr lang="en-US" sz="1100" b="0">
                        <a:solidFill>
                          <a:srgbClr val="4A4D57"/>
                        </a:solidFill>
                        <a:effectLst/>
                        <a:latin typeface="Nunito Sans"/>
                      </a:endParaRPr>
                    </a:p>
                  </a:txBody>
                  <a:tcPr marL="69685" marR="69685" marT="92913" marB="92913">
                    <a:lnL w="9525" cap="flat" cmpd="sng" algn="ctr">
                      <a:solidFill>
                        <a:srgbClr val="D8D8E6"/>
                      </a:solidFill>
                      <a:prstDash val="solid"/>
                      <a:round/>
                      <a:headEnd type="none" w="med" len="med"/>
                      <a:tailEnd type="none" w="med" len="med"/>
                    </a:lnL>
                    <a:lnR w="9525" cap="flat" cmpd="sng" algn="ctr">
                      <a:solidFill>
                        <a:srgbClr val="D8D8E6"/>
                      </a:solidFill>
                      <a:prstDash val="solid"/>
                      <a:round/>
                      <a:headEnd type="none" w="med" len="med"/>
                      <a:tailEnd type="none" w="med" len="med"/>
                    </a:lnR>
                    <a:lnT w="9525" cap="flat" cmpd="sng" algn="ctr">
                      <a:solidFill>
                        <a:srgbClr val="D8D8E6"/>
                      </a:solidFill>
                      <a:prstDash val="solid"/>
                      <a:round/>
                      <a:headEnd type="none" w="med" len="med"/>
                      <a:tailEnd type="none" w="med" len="med"/>
                    </a:lnT>
                    <a:lnB w="9525" cap="flat" cmpd="sng" algn="ctr">
                      <a:solidFill>
                        <a:srgbClr val="D8D8E6"/>
                      </a:solidFill>
                      <a:prstDash val="solid"/>
                      <a:round/>
                      <a:headEnd type="none" w="med" len="med"/>
                      <a:tailEnd type="none" w="med" len="med"/>
                    </a:lnB>
                    <a:solidFill>
                      <a:srgbClr val="FFFFFF"/>
                    </a:solidFill>
                  </a:tcPr>
                </a:tc>
                <a:tc>
                  <a:txBody>
                    <a:bodyPr/>
                    <a:lstStyle/>
                    <a:p>
                      <a:pPr fontAlgn="t"/>
                      <a:r>
                        <a:rPr lang="en-US" sz="1100" b="1">
                          <a:solidFill>
                            <a:srgbClr val="4A4D57"/>
                          </a:solidFill>
                          <a:effectLst/>
                          <a:latin typeface="Nunito Sans"/>
                        </a:rPr>
                        <a:t>ENTRYPOINT</a:t>
                      </a:r>
                      <a:endParaRPr lang="en-US" sz="1100" b="0">
                        <a:solidFill>
                          <a:srgbClr val="4A4D57"/>
                        </a:solidFill>
                        <a:effectLst/>
                        <a:latin typeface="Nunito Sans"/>
                      </a:endParaRPr>
                    </a:p>
                  </a:txBody>
                  <a:tcPr marL="69685" marR="69685" marT="92913" marB="92913">
                    <a:lnL w="9525" cap="flat" cmpd="sng" algn="ctr">
                      <a:solidFill>
                        <a:srgbClr val="D8D8E6"/>
                      </a:solidFill>
                      <a:prstDash val="solid"/>
                      <a:round/>
                      <a:headEnd type="none" w="med" len="med"/>
                      <a:tailEnd type="none" w="med" len="med"/>
                    </a:lnL>
                    <a:lnR w="9525" cap="flat" cmpd="sng" algn="ctr">
                      <a:solidFill>
                        <a:srgbClr val="C02E26"/>
                      </a:solidFill>
                      <a:prstDash val="solid"/>
                      <a:round/>
                      <a:headEnd type="none" w="med" len="med"/>
                      <a:tailEnd type="none" w="med" len="med"/>
                    </a:lnR>
                    <a:lnT w="9525" cap="flat" cmpd="sng" algn="ctr">
                      <a:solidFill>
                        <a:srgbClr val="C02E26"/>
                      </a:solidFill>
                      <a:prstDash val="solid"/>
                      <a:round/>
                      <a:headEnd type="none" w="med" len="med"/>
                      <a:tailEnd type="none" w="med" len="med"/>
                    </a:lnT>
                    <a:lnB w="9525" cap="flat" cmpd="sng" algn="ctr">
                      <a:solidFill>
                        <a:srgbClr val="C02E26"/>
                      </a:solidFill>
                      <a:prstDash val="solid"/>
                      <a:round/>
                      <a:headEnd type="none" w="med" len="med"/>
                      <a:tailEnd type="none" w="med" len="med"/>
                    </a:lnB>
                    <a:solidFill>
                      <a:srgbClr val="FFFFFF"/>
                    </a:solidFill>
                  </a:tcPr>
                </a:tc>
                <a:tc>
                  <a:txBody>
                    <a:bodyPr/>
                    <a:lstStyle/>
                    <a:p>
                      <a:pPr fontAlgn="t"/>
                      <a:r>
                        <a:rPr lang="en-US" sz="1100" b="1">
                          <a:solidFill>
                            <a:srgbClr val="4A4D57"/>
                          </a:solidFill>
                          <a:effectLst/>
                          <a:latin typeface="Nunito Sans"/>
                        </a:rPr>
                        <a:t>CMD</a:t>
                      </a:r>
                      <a:endParaRPr lang="en-US" sz="1100" b="0">
                        <a:solidFill>
                          <a:srgbClr val="4A4D57"/>
                        </a:solidFill>
                        <a:effectLst/>
                        <a:latin typeface="Nunito Sans"/>
                      </a:endParaRPr>
                    </a:p>
                  </a:txBody>
                  <a:tcPr marL="69685" marR="69685" marT="92913" marB="92913">
                    <a:lnL w="9525" cap="flat" cmpd="sng" algn="ctr">
                      <a:solidFill>
                        <a:srgbClr val="C02E26"/>
                      </a:solidFill>
                      <a:prstDash val="solid"/>
                      <a:round/>
                      <a:headEnd type="none" w="med" len="med"/>
                      <a:tailEnd type="none" w="med" len="med"/>
                    </a:lnL>
                    <a:lnR w="9525" cap="flat" cmpd="sng" algn="ctr">
                      <a:solidFill>
                        <a:srgbClr val="602F26"/>
                      </a:solidFill>
                      <a:prstDash val="solid"/>
                      <a:round/>
                      <a:headEnd type="none" w="med" len="med"/>
                      <a:tailEnd type="none" w="med" len="med"/>
                    </a:lnR>
                    <a:lnT w="9525" cap="flat" cmpd="sng" algn="ctr">
                      <a:solidFill>
                        <a:srgbClr val="602F26"/>
                      </a:solidFill>
                      <a:prstDash val="solid"/>
                      <a:round/>
                      <a:headEnd type="none" w="med" len="med"/>
                      <a:tailEnd type="none" w="med" len="med"/>
                    </a:lnT>
                    <a:lnB w="9525" cap="flat" cmpd="sng" algn="ctr">
                      <a:solidFill>
                        <a:srgbClr val="602F26"/>
                      </a:solidFill>
                      <a:prstDash val="solid"/>
                      <a:round/>
                      <a:headEnd type="none" w="med" len="med"/>
                      <a:tailEnd type="none" w="med" len="med"/>
                    </a:lnB>
                    <a:solidFill>
                      <a:srgbClr val="FFFFFF"/>
                    </a:solidFill>
                  </a:tcPr>
                </a:tc>
              </a:tr>
              <a:tr h="539362">
                <a:tc>
                  <a:txBody>
                    <a:bodyPr/>
                    <a:lstStyle/>
                    <a:p>
                      <a:pPr fontAlgn="t"/>
                      <a:r>
                        <a:rPr lang="en-US" sz="1100" b="1">
                          <a:solidFill>
                            <a:srgbClr val="4A4D57"/>
                          </a:solidFill>
                          <a:effectLst/>
                          <a:latin typeface="Nunito Sans"/>
                        </a:rPr>
                        <a:t>Purpose</a:t>
                      </a:r>
                      <a:endParaRPr lang="en-US" sz="1100" b="0">
                        <a:solidFill>
                          <a:srgbClr val="4A4D57"/>
                        </a:solidFill>
                        <a:effectLst/>
                        <a:latin typeface="Nunito Sans"/>
                      </a:endParaRPr>
                    </a:p>
                  </a:txBody>
                  <a:tcPr marL="69685" marR="69685" marT="92913" marB="92913">
                    <a:lnL w="9525" cap="flat" cmpd="sng" algn="ctr">
                      <a:solidFill>
                        <a:srgbClr val="68BFD2"/>
                      </a:solidFill>
                      <a:prstDash val="solid"/>
                      <a:round/>
                      <a:headEnd type="none" w="med" len="med"/>
                      <a:tailEnd type="none" w="med" len="med"/>
                    </a:lnL>
                    <a:lnR w="9525" cap="flat" cmpd="sng" algn="ctr">
                      <a:solidFill>
                        <a:srgbClr val="68BFD2"/>
                      </a:solidFill>
                      <a:prstDash val="solid"/>
                      <a:round/>
                      <a:headEnd type="none" w="med" len="med"/>
                      <a:tailEnd type="none" w="med" len="med"/>
                    </a:lnR>
                    <a:lnT w="9525" cap="flat" cmpd="sng" algn="ctr">
                      <a:solidFill>
                        <a:srgbClr val="D8D8E6"/>
                      </a:solidFill>
                      <a:prstDash val="solid"/>
                      <a:round/>
                      <a:headEnd type="none" w="med" len="med"/>
                      <a:tailEnd type="none" w="med" len="med"/>
                    </a:lnT>
                    <a:lnB w="9525" cap="flat" cmpd="sng" algn="ctr">
                      <a:solidFill>
                        <a:srgbClr val="68BFD2"/>
                      </a:solidFill>
                      <a:prstDash val="solid"/>
                      <a:round/>
                      <a:headEnd type="none" w="med" len="med"/>
                      <a:tailEnd type="none" w="med" len="med"/>
                    </a:lnB>
                    <a:solidFill>
                      <a:srgbClr val="F4F4F9"/>
                    </a:solidFill>
                  </a:tcPr>
                </a:tc>
                <a:tc>
                  <a:txBody>
                    <a:bodyPr/>
                    <a:lstStyle/>
                    <a:p>
                      <a:pPr fontAlgn="t"/>
                      <a:r>
                        <a:rPr lang="en-US" sz="1100" b="0">
                          <a:solidFill>
                            <a:srgbClr val="4A4D57"/>
                          </a:solidFill>
                          <a:effectLst/>
                          <a:latin typeface="Nunito Sans"/>
                        </a:rPr>
                        <a:t>Specifies the main command that always runs</a:t>
                      </a:r>
                    </a:p>
                  </a:txBody>
                  <a:tcPr marL="69685" marR="69685" marT="92913" marB="92913">
                    <a:lnL w="9525" cap="flat" cmpd="sng" algn="ctr">
                      <a:solidFill>
                        <a:srgbClr val="68BFD2"/>
                      </a:solidFill>
                      <a:prstDash val="solid"/>
                      <a:round/>
                      <a:headEnd type="none" w="med" len="med"/>
                      <a:tailEnd type="none" w="med" len="med"/>
                    </a:lnL>
                    <a:lnR w="9525" cap="flat" cmpd="sng" algn="ctr">
                      <a:solidFill>
                        <a:srgbClr val="78EFC1"/>
                      </a:solidFill>
                      <a:prstDash val="solid"/>
                      <a:round/>
                      <a:headEnd type="none" w="med" len="med"/>
                      <a:tailEnd type="none" w="med" len="med"/>
                    </a:lnR>
                    <a:lnT w="9525" cap="flat" cmpd="sng" algn="ctr">
                      <a:solidFill>
                        <a:srgbClr val="C02E26"/>
                      </a:solidFill>
                      <a:prstDash val="solid"/>
                      <a:round/>
                      <a:headEnd type="none" w="med" len="med"/>
                      <a:tailEnd type="none" w="med" len="med"/>
                    </a:lnT>
                    <a:lnB w="9525" cap="flat" cmpd="sng" algn="ctr">
                      <a:solidFill>
                        <a:srgbClr val="78EFC1"/>
                      </a:solidFill>
                      <a:prstDash val="solid"/>
                      <a:round/>
                      <a:headEnd type="none" w="med" len="med"/>
                      <a:tailEnd type="none" w="med" len="med"/>
                    </a:lnB>
                    <a:solidFill>
                      <a:srgbClr val="F4F4F9"/>
                    </a:solidFill>
                  </a:tcPr>
                </a:tc>
                <a:tc>
                  <a:txBody>
                    <a:bodyPr/>
                    <a:lstStyle/>
                    <a:p>
                      <a:pPr fontAlgn="t"/>
                      <a:r>
                        <a:rPr lang="en-US" sz="1100" b="0">
                          <a:solidFill>
                            <a:srgbClr val="4A4D57"/>
                          </a:solidFill>
                          <a:effectLst/>
                          <a:latin typeface="Nunito Sans"/>
                        </a:rPr>
                        <a:t>Default command or arguments that can be overridden</a:t>
                      </a:r>
                    </a:p>
                  </a:txBody>
                  <a:tcPr marL="69685" marR="69685" marT="92913" marB="92913">
                    <a:lnL w="9525" cap="flat" cmpd="sng" algn="ctr">
                      <a:solidFill>
                        <a:srgbClr val="78EFC1"/>
                      </a:solidFill>
                      <a:prstDash val="solid"/>
                      <a:round/>
                      <a:headEnd type="none" w="med" len="med"/>
                      <a:tailEnd type="none" w="med" len="med"/>
                    </a:lnL>
                    <a:lnR w="9525" cap="flat" cmpd="sng" algn="ctr">
                      <a:solidFill>
                        <a:srgbClr val="48ECC1"/>
                      </a:solidFill>
                      <a:prstDash val="solid"/>
                      <a:round/>
                      <a:headEnd type="none" w="med" len="med"/>
                      <a:tailEnd type="none" w="med" len="med"/>
                    </a:lnR>
                    <a:lnT w="9525" cap="flat" cmpd="sng" algn="ctr">
                      <a:solidFill>
                        <a:srgbClr val="602F26"/>
                      </a:solidFill>
                      <a:prstDash val="solid"/>
                      <a:round/>
                      <a:headEnd type="none" w="med" len="med"/>
                      <a:tailEnd type="none" w="med" len="med"/>
                    </a:lnT>
                    <a:lnB w="9525" cap="flat" cmpd="sng" algn="ctr">
                      <a:solidFill>
                        <a:srgbClr val="48ECC1"/>
                      </a:solidFill>
                      <a:prstDash val="solid"/>
                      <a:round/>
                      <a:headEnd type="none" w="med" len="med"/>
                      <a:tailEnd type="none" w="med" len="med"/>
                    </a:lnB>
                    <a:solidFill>
                      <a:srgbClr val="F4F4F9"/>
                    </a:solidFill>
                  </a:tcPr>
                </a:tc>
              </a:tr>
              <a:tr h="539362">
                <a:tc>
                  <a:txBody>
                    <a:bodyPr/>
                    <a:lstStyle/>
                    <a:p>
                      <a:pPr fontAlgn="t"/>
                      <a:r>
                        <a:rPr lang="en-US" sz="1100" b="1">
                          <a:solidFill>
                            <a:srgbClr val="4A4D57"/>
                          </a:solidFill>
                          <a:effectLst/>
                          <a:latin typeface="Nunito Sans"/>
                        </a:rPr>
                        <a:t>Overridable</a:t>
                      </a:r>
                      <a:endParaRPr lang="en-US" sz="1100" b="0">
                        <a:solidFill>
                          <a:srgbClr val="4A4D57"/>
                        </a:solidFill>
                        <a:effectLst/>
                        <a:latin typeface="Nunito Sans"/>
                      </a:endParaRPr>
                    </a:p>
                  </a:txBody>
                  <a:tcPr marL="69685" marR="69685" marT="92913" marB="92913">
                    <a:lnL w="9525" cap="flat" cmpd="sng" algn="ctr">
                      <a:solidFill>
                        <a:srgbClr val="B8B9D2"/>
                      </a:solidFill>
                      <a:prstDash val="solid"/>
                      <a:round/>
                      <a:headEnd type="none" w="med" len="med"/>
                      <a:tailEnd type="none" w="med" len="med"/>
                    </a:lnL>
                    <a:lnR w="9525" cap="flat" cmpd="sng" algn="ctr">
                      <a:solidFill>
                        <a:srgbClr val="B8B9D2"/>
                      </a:solidFill>
                      <a:prstDash val="solid"/>
                      <a:round/>
                      <a:headEnd type="none" w="med" len="med"/>
                      <a:tailEnd type="none" w="med" len="med"/>
                    </a:lnR>
                    <a:lnT w="9525" cap="flat" cmpd="sng" algn="ctr">
                      <a:solidFill>
                        <a:srgbClr val="68BFD2"/>
                      </a:solidFill>
                      <a:prstDash val="solid"/>
                      <a:round/>
                      <a:headEnd type="none" w="med" len="med"/>
                      <a:tailEnd type="none" w="med" len="med"/>
                    </a:lnT>
                    <a:lnB w="9525" cap="flat" cmpd="sng" algn="ctr">
                      <a:solidFill>
                        <a:srgbClr val="B8B9D2"/>
                      </a:solidFill>
                      <a:prstDash val="solid"/>
                      <a:round/>
                      <a:headEnd type="none" w="med" len="med"/>
                      <a:tailEnd type="none" w="med" len="med"/>
                    </a:lnB>
                    <a:solidFill>
                      <a:srgbClr val="FFFFFF"/>
                    </a:solidFill>
                  </a:tcPr>
                </a:tc>
                <a:tc>
                  <a:txBody>
                    <a:bodyPr/>
                    <a:lstStyle/>
                    <a:p>
                      <a:pPr fontAlgn="t"/>
                      <a:r>
                        <a:rPr lang="en-US" sz="1100" b="0">
                          <a:solidFill>
                            <a:srgbClr val="4A4D57"/>
                          </a:solidFill>
                          <a:effectLst/>
                          <a:latin typeface="Nunito Sans"/>
                        </a:rPr>
                        <a:t>Partially overridable (via docker run --entrypoint)</a:t>
                      </a:r>
                    </a:p>
                  </a:txBody>
                  <a:tcPr marL="69685" marR="69685" marT="92913" marB="92913">
                    <a:lnL w="9525" cap="flat" cmpd="sng" algn="ctr">
                      <a:solidFill>
                        <a:srgbClr val="B8B9D2"/>
                      </a:solidFill>
                      <a:prstDash val="solid"/>
                      <a:round/>
                      <a:headEnd type="none" w="med" len="med"/>
                      <a:tailEnd type="none" w="med" len="med"/>
                    </a:lnL>
                    <a:lnR w="9525" cap="flat" cmpd="sng" algn="ctr">
                      <a:solidFill>
                        <a:srgbClr val="D0ECC1"/>
                      </a:solidFill>
                      <a:prstDash val="solid"/>
                      <a:round/>
                      <a:headEnd type="none" w="med" len="med"/>
                      <a:tailEnd type="none" w="med" len="med"/>
                    </a:lnR>
                    <a:lnT w="9525" cap="flat" cmpd="sng" algn="ctr">
                      <a:solidFill>
                        <a:srgbClr val="78EFC1"/>
                      </a:solidFill>
                      <a:prstDash val="solid"/>
                      <a:round/>
                      <a:headEnd type="none" w="med" len="med"/>
                      <a:tailEnd type="none" w="med" len="med"/>
                    </a:lnT>
                    <a:lnB w="9525" cap="flat" cmpd="sng" algn="ctr">
                      <a:solidFill>
                        <a:srgbClr val="D0ECC1"/>
                      </a:solidFill>
                      <a:prstDash val="solid"/>
                      <a:round/>
                      <a:headEnd type="none" w="med" len="med"/>
                      <a:tailEnd type="none" w="med" len="med"/>
                    </a:lnB>
                    <a:solidFill>
                      <a:srgbClr val="FFFFFF"/>
                    </a:solidFill>
                  </a:tcPr>
                </a:tc>
                <a:tc>
                  <a:txBody>
                    <a:bodyPr/>
                    <a:lstStyle/>
                    <a:p>
                      <a:pPr fontAlgn="t"/>
                      <a:r>
                        <a:rPr lang="en-US" sz="1100" b="0">
                          <a:solidFill>
                            <a:srgbClr val="4A4D57"/>
                          </a:solidFill>
                          <a:effectLst/>
                          <a:latin typeface="Nunito Sans"/>
                        </a:rPr>
                        <a:t>Fully overridable by arguments to docker run</a:t>
                      </a:r>
                    </a:p>
                  </a:txBody>
                  <a:tcPr marL="69685" marR="69685" marT="92913" marB="92913">
                    <a:lnL w="9525" cap="flat" cmpd="sng" algn="ctr">
                      <a:solidFill>
                        <a:srgbClr val="D0ECC1"/>
                      </a:solidFill>
                      <a:prstDash val="solid"/>
                      <a:round/>
                      <a:headEnd type="none" w="med" len="med"/>
                      <a:tailEnd type="none" w="med" len="med"/>
                    </a:lnL>
                    <a:lnR w="9525" cap="flat" cmpd="sng" algn="ctr">
                      <a:solidFill>
                        <a:srgbClr val="48ECC1"/>
                      </a:solidFill>
                      <a:prstDash val="solid"/>
                      <a:round/>
                      <a:headEnd type="none" w="med" len="med"/>
                      <a:tailEnd type="none" w="med" len="med"/>
                    </a:lnR>
                    <a:lnT w="9525" cap="flat" cmpd="sng" algn="ctr">
                      <a:solidFill>
                        <a:srgbClr val="48ECC1"/>
                      </a:solidFill>
                      <a:prstDash val="solid"/>
                      <a:round/>
                      <a:headEnd type="none" w="med" len="med"/>
                      <a:tailEnd type="none" w="med" len="med"/>
                    </a:lnT>
                    <a:lnB w="9525" cap="flat" cmpd="sng" algn="ctr">
                      <a:solidFill>
                        <a:srgbClr val="48ECC1"/>
                      </a:solidFill>
                      <a:prstDash val="solid"/>
                      <a:round/>
                      <a:headEnd type="none" w="med" len="med"/>
                      <a:tailEnd type="none" w="med" len="med"/>
                    </a:lnB>
                    <a:solidFill>
                      <a:srgbClr val="FFFFFF"/>
                    </a:solidFill>
                  </a:tcPr>
                </a:tc>
              </a:tr>
              <a:tr h="712875">
                <a:tc>
                  <a:txBody>
                    <a:bodyPr/>
                    <a:lstStyle/>
                    <a:p>
                      <a:pPr fontAlgn="t"/>
                      <a:r>
                        <a:rPr lang="en-US" sz="1100" b="1">
                          <a:solidFill>
                            <a:srgbClr val="4A4D57"/>
                          </a:solidFill>
                          <a:effectLst/>
                          <a:latin typeface="Nunito Sans"/>
                        </a:rPr>
                        <a:t>Use Case</a:t>
                      </a:r>
                      <a:endParaRPr lang="en-US" sz="1100" b="0">
                        <a:solidFill>
                          <a:srgbClr val="4A4D57"/>
                        </a:solidFill>
                        <a:effectLst/>
                        <a:latin typeface="Nunito Sans"/>
                      </a:endParaRPr>
                    </a:p>
                  </a:txBody>
                  <a:tcPr marL="69685" marR="69685" marT="92913" marB="92913">
                    <a:lnL w="9525" cap="flat" cmpd="sng" algn="ctr">
                      <a:solidFill>
                        <a:srgbClr val="D8BFD2"/>
                      </a:solidFill>
                      <a:prstDash val="solid"/>
                      <a:round/>
                      <a:headEnd type="none" w="med" len="med"/>
                      <a:tailEnd type="none" w="med" len="med"/>
                    </a:lnL>
                    <a:lnR w="9525" cap="flat" cmpd="sng" algn="ctr">
                      <a:solidFill>
                        <a:srgbClr val="D8BFD2"/>
                      </a:solidFill>
                      <a:prstDash val="solid"/>
                      <a:round/>
                      <a:headEnd type="none" w="med" len="med"/>
                      <a:tailEnd type="none" w="med" len="med"/>
                    </a:lnR>
                    <a:lnT w="9525" cap="flat" cmpd="sng" algn="ctr">
                      <a:solidFill>
                        <a:srgbClr val="B8B9D2"/>
                      </a:solidFill>
                      <a:prstDash val="solid"/>
                      <a:round/>
                      <a:headEnd type="none" w="med" len="med"/>
                      <a:tailEnd type="none" w="med" len="med"/>
                    </a:lnT>
                    <a:lnB w="9525" cap="flat" cmpd="sng" algn="ctr">
                      <a:solidFill>
                        <a:srgbClr val="D8BFD2"/>
                      </a:solidFill>
                      <a:prstDash val="solid"/>
                      <a:round/>
                      <a:headEnd type="none" w="med" len="med"/>
                      <a:tailEnd type="none" w="med" len="med"/>
                    </a:lnB>
                    <a:solidFill>
                      <a:srgbClr val="F4F4F9"/>
                    </a:solidFill>
                  </a:tcPr>
                </a:tc>
                <a:tc>
                  <a:txBody>
                    <a:bodyPr/>
                    <a:lstStyle/>
                    <a:p>
                      <a:pPr fontAlgn="t"/>
                      <a:r>
                        <a:rPr lang="en-US" sz="1100" b="0">
                          <a:solidFill>
                            <a:srgbClr val="4A4D57"/>
                          </a:solidFill>
                          <a:effectLst/>
                          <a:latin typeface="Nunito Sans"/>
                        </a:rPr>
                        <a:t>Used when you want a container to execute a specific command consistently</a:t>
                      </a:r>
                    </a:p>
                  </a:txBody>
                  <a:tcPr marL="69685" marR="69685" marT="92913" marB="92913">
                    <a:lnL w="9525" cap="flat" cmpd="sng" algn="ctr">
                      <a:solidFill>
                        <a:srgbClr val="D8BFD2"/>
                      </a:solidFill>
                      <a:prstDash val="solid"/>
                      <a:round/>
                      <a:headEnd type="none" w="med" len="med"/>
                      <a:tailEnd type="none" w="med" len="med"/>
                    </a:lnL>
                    <a:lnR w="9525" cap="flat" cmpd="sng" algn="ctr">
                      <a:solidFill>
                        <a:srgbClr val="20F2C1"/>
                      </a:solidFill>
                      <a:prstDash val="solid"/>
                      <a:round/>
                      <a:headEnd type="none" w="med" len="med"/>
                      <a:tailEnd type="none" w="med" len="med"/>
                    </a:lnR>
                    <a:lnT w="9525" cap="flat" cmpd="sng" algn="ctr">
                      <a:solidFill>
                        <a:srgbClr val="D0ECC1"/>
                      </a:solidFill>
                      <a:prstDash val="solid"/>
                      <a:round/>
                      <a:headEnd type="none" w="med" len="med"/>
                      <a:tailEnd type="none" w="med" len="med"/>
                    </a:lnT>
                    <a:lnB w="9525" cap="flat" cmpd="sng" algn="ctr">
                      <a:solidFill>
                        <a:srgbClr val="20F2C1"/>
                      </a:solidFill>
                      <a:prstDash val="solid"/>
                      <a:round/>
                      <a:headEnd type="none" w="med" len="med"/>
                      <a:tailEnd type="none" w="med" len="med"/>
                    </a:lnB>
                    <a:solidFill>
                      <a:srgbClr val="F4F4F9"/>
                    </a:solidFill>
                  </a:tcPr>
                </a:tc>
                <a:tc>
                  <a:txBody>
                    <a:bodyPr/>
                    <a:lstStyle/>
                    <a:p>
                      <a:pPr fontAlgn="t"/>
                      <a:r>
                        <a:rPr lang="en-US" sz="1100" b="0">
                          <a:solidFill>
                            <a:srgbClr val="4A4D57"/>
                          </a:solidFill>
                          <a:effectLst/>
                          <a:latin typeface="Nunito Sans"/>
                        </a:rPr>
                        <a:t>Used for default behavior that can be changed during runtime</a:t>
                      </a:r>
                    </a:p>
                  </a:txBody>
                  <a:tcPr marL="69685" marR="69685" marT="92913" marB="92913">
                    <a:lnL w="9525" cap="flat" cmpd="sng" algn="ctr">
                      <a:solidFill>
                        <a:srgbClr val="20F2C1"/>
                      </a:solidFill>
                      <a:prstDash val="solid"/>
                      <a:round/>
                      <a:headEnd type="none" w="med" len="med"/>
                      <a:tailEnd type="none" w="med" len="med"/>
                    </a:lnL>
                    <a:lnR w="9525" cap="flat" cmpd="sng" algn="ctr">
                      <a:solidFill>
                        <a:srgbClr val="00F0C1"/>
                      </a:solidFill>
                      <a:prstDash val="solid"/>
                      <a:round/>
                      <a:headEnd type="none" w="med" len="med"/>
                      <a:tailEnd type="none" w="med" len="med"/>
                    </a:lnR>
                    <a:lnT w="9525" cap="flat" cmpd="sng" algn="ctr">
                      <a:solidFill>
                        <a:srgbClr val="48ECC1"/>
                      </a:solidFill>
                      <a:prstDash val="solid"/>
                      <a:round/>
                      <a:headEnd type="none" w="med" len="med"/>
                      <a:tailEnd type="none" w="med" len="med"/>
                    </a:lnT>
                    <a:lnB w="9525" cap="flat" cmpd="sng" algn="ctr">
                      <a:solidFill>
                        <a:srgbClr val="00F0C1"/>
                      </a:solidFill>
                      <a:prstDash val="solid"/>
                      <a:round/>
                      <a:headEnd type="none" w="med" len="med"/>
                      <a:tailEnd type="none" w="med" len="med"/>
                    </a:lnB>
                    <a:solidFill>
                      <a:srgbClr val="F4F4F9"/>
                    </a:solidFill>
                  </a:tcPr>
                </a:tc>
              </a:tr>
              <a:tr h="886388">
                <a:tc>
                  <a:txBody>
                    <a:bodyPr/>
                    <a:lstStyle/>
                    <a:p>
                      <a:pPr fontAlgn="t"/>
                      <a:r>
                        <a:rPr lang="en-US" sz="1100" b="1">
                          <a:solidFill>
                            <a:srgbClr val="4A4D57"/>
                          </a:solidFill>
                          <a:effectLst/>
                          <a:latin typeface="Nunito Sans"/>
                        </a:rPr>
                        <a:t>Syntax</a:t>
                      </a:r>
                      <a:endParaRPr lang="en-US" sz="1100" b="0">
                        <a:solidFill>
                          <a:srgbClr val="4A4D57"/>
                        </a:solidFill>
                        <a:effectLst/>
                        <a:latin typeface="Nunito Sans"/>
                      </a:endParaRPr>
                    </a:p>
                  </a:txBody>
                  <a:tcPr marL="69685" marR="69685" marT="92913" marB="92913">
                    <a:lnL w="9525" cap="flat" cmpd="sng" algn="ctr">
                      <a:solidFill>
                        <a:srgbClr val="08BBD2"/>
                      </a:solidFill>
                      <a:prstDash val="solid"/>
                      <a:round/>
                      <a:headEnd type="none" w="med" len="med"/>
                      <a:tailEnd type="none" w="med" len="med"/>
                    </a:lnL>
                    <a:lnR w="9525" cap="flat" cmpd="sng" algn="ctr">
                      <a:solidFill>
                        <a:srgbClr val="08BBD2"/>
                      </a:solidFill>
                      <a:prstDash val="solid"/>
                      <a:round/>
                      <a:headEnd type="none" w="med" len="med"/>
                      <a:tailEnd type="none" w="med" len="med"/>
                    </a:lnR>
                    <a:lnT w="9525" cap="flat" cmpd="sng" algn="ctr">
                      <a:solidFill>
                        <a:srgbClr val="D8BFD2"/>
                      </a:solidFill>
                      <a:prstDash val="solid"/>
                      <a:round/>
                      <a:headEnd type="none" w="med" len="med"/>
                      <a:tailEnd type="none" w="med" len="med"/>
                    </a:lnT>
                    <a:lnB w="9525" cap="flat" cmpd="sng" algn="ctr">
                      <a:solidFill>
                        <a:srgbClr val="08BBD2"/>
                      </a:solidFill>
                      <a:prstDash val="solid"/>
                      <a:round/>
                      <a:headEnd type="none" w="med" len="med"/>
                      <a:tailEnd type="none" w="med" len="med"/>
                    </a:lnB>
                    <a:solidFill>
                      <a:srgbClr val="FFFFFF"/>
                    </a:solidFill>
                  </a:tcPr>
                </a:tc>
                <a:tc>
                  <a:txBody>
                    <a:bodyPr/>
                    <a:lstStyle/>
                    <a:p>
                      <a:pPr fontAlgn="t"/>
                      <a:r>
                        <a:rPr lang="en-US" sz="1100" b="0">
                          <a:solidFill>
                            <a:srgbClr val="4A4D57"/>
                          </a:solidFill>
                          <a:effectLst/>
                          <a:latin typeface="Nunito Sans"/>
                        </a:rPr>
                        <a:t>ENTRYPOINT ["executable", "arg1", "arg2"] (shell form: ENTRYPOINT command arg1 arg2)</a:t>
                      </a:r>
                    </a:p>
                  </a:txBody>
                  <a:tcPr marL="69685" marR="69685" marT="92913" marB="92913">
                    <a:lnL w="9525" cap="flat" cmpd="sng" algn="ctr">
                      <a:solidFill>
                        <a:srgbClr val="08BBD2"/>
                      </a:solidFill>
                      <a:prstDash val="solid"/>
                      <a:round/>
                      <a:headEnd type="none" w="med" len="med"/>
                      <a:tailEnd type="none" w="med" len="med"/>
                    </a:lnL>
                    <a:lnR w="9525" cap="flat" cmpd="sng" algn="ctr">
                      <a:solidFill>
                        <a:srgbClr val="58EDC1"/>
                      </a:solidFill>
                      <a:prstDash val="solid"/>
                      <a:round/>
                      <a:headEnd type="none" w="med" len="med"/>
                      <a:tailEnd type="none" w="med" len="med"/>
                    </a:lnR>
                    <a:lnT w="9525" cap="flat" cmpd="sng" algn="ctr">
                      <a:solidFill>
                        <a:srgbClr val="20F2C1"/>
                      </a:solidFill>
                      <a:prstDash val="solid"/>
                      <a:round/>
                      <a:headEnd type="none" w="med" len="med"/>
                      <a:tailEnd type="none" w="med" len="med"/>
                    </a:lnT>
                    <a:lnB w="9525" cap="flat" cmpd="sng" algn="ctr">
                      <a:solidFill>
                        <a:srgbClr val="58EDC1"/>
                      </a:solidFill>
                      <a:prstDash val="solid"/>
                      <a:round/>
                      <a:headEnd type="none" w="med" len="med"/>
                      <a:tailEnd type="none" w="med" len="med"/>
                    </a:lnB>
                    <a:solidFill>
                      <a:srgbClr val="FFFFFF"/>
                    </a:solidFill>
                  </a:tcPr>
                </a:tc>
                <a:tc>
                  <a:txBody>
                    <a:bodyPr/>
                    <a:lstStyle/>
                    <a:p>
                      <a:pPr fontAlgn="t"/>
                      <a:r>
                        <a:rPr lang="en-US" sz="1100" b="0">
                          <a:solidFill>
                            <a:srgbClr val="4A4D57"/>
                          </a:solidFill>
                          <a:effectLst/>
                          <a:latin typeface="Nunito Sans"/>
                        </a:rPr>
                        <a:t>CMD ["executable", "arg1", "arg2"] (shell form: CMD command arg1 arg2)</a:t>
                      </a:r>
                    </a:p>
                  </a:txBody>
                  <a:tcPr marL="69685" marR="69685" marT="92913" marB="92913">
                    <a:lnL w="9525" cap="flat" cmpd="sng" algn="ctr">
                      <a:solidFill>
                        <a:srgbClr val="58EDC1"/>
                      </a:solidFill>
                      <a:prstDash val="solid"/>
                      <a:round/>
                      <a:headEnd type="none" w="med" len="med"/>
                      <a:tailEnd type="none" w="med" len="med"/>
                    </a:lnL>
                    <a:lnR w="9525" cap="flat" cmpd="sng" algn="ctr">
                      <a:solidFill>
                        <a:srgbClr val="48ECC1"/>
                      </a:solidFill>
                      <a:prstDash val="solid"/>
                      <a:round/>
                      <a:headEnd type="none" w="med" len="med"/>
                      <a:tailEnd type="none" w="med" len="med"/>
                    </a:lnR>
                    <a:lnT w="9525" cap="flat" cmpd="sng" algn="ctr">
                      <a:solidFill>
                        <a:srgbClr val="00F0C1"/>
                      </a:solidFill>
                      <a:prstDash val="solid"/>
                      <a:round/>
                      <a:headEnd type="none" w="med" len="med"/>
                      <a:tailEnd type="none" w="med" len="med"/>
                    </a:lnT>
                    <a:lnB w="9525" cap="flat" cmpd="sng" algn="ctr">
                      <a:solidFill>
                        <a:srgbClr val="48ECC1"/>
                      </a:solidFill>
                      <a:prstDash val="solid"/>
                      <a:round/>
                      <a:headEnd type="none" w="med" len="med"/>
                      <a:tailEnd type="none" w="med" len="med"/>
                    </a:lnB>
                    <a:solidFill>
                      <a:srgbClr val="FFFFFF"/>
                    </a:solidFill>
                  </a:tcPr>
                </a:tc>
              </a:tr>
              <a:tr h="539362">
                <a:tc>
                  <a:txBody>
                    <a:bodyPr/>
                    <a:lstStyle/>
                    <a:p>
                      <a:pPr fontAlgn="t"/>
                      <a:r>
                        <a:rPr lang="en-US" sz="1100" b="1">
                          <a:solidFill>
                            <a:srgbClr val="4A4D57"/>
                          </a:solidFill>
                          <a:effectLst/>
                          <a:latin typeface="Nunito Sans"/>
                        </a:rPr>
                        <a:t>Combining with Args</a:t>
                      </a:r>
                      <a:endParaRPr lang="en-US" sz="1100" b="0">
                        <a:solidFill>
                          <a:srgbClr val="4A4D57"/>
                        </a:solidFill>
                        <a:effectLst/>
                        <a:latin typeface="Nunito Sans"/>
                      </a:endParaRPr>
                    </a:p>
                  </a:txBody>
                  <a:tcPr marL="69685" marR="69685" marT="92913" marB="92913">
                    <a:lnL w="9525" cap="flat" cmpd="sng" algn="ctr">
                      <a:solidFill>
                        <a:srgbClr val="38BDD2"/>
                      </a:solidFill>
                      <a:prstDash val="solid"/>
                      <a:round/>
                      <a:headEnd type="none" w="med" len="med"/>
                      <a:tailEnd type="none" w="med" len="med"/>
                    </a:lnL>
                    <a:lnR w="9525" cap="flat" cmpd="sng" algn="ctr">
                      <a:solidFill>
                        <a:srgbClr val="38BDD2"/>
                      </a:solidFill>
                      <a:prstDash val="solid"/>
                      <a:round/>
                      <a:headEnd type="none" w="med" len="med"/>
                      <a:tailEnd type="none" w="med" len="med"/>
                    </a:lnR>
                    <a:lnT w="9525" cap="flat" cmpd="sng" algn="ctr">
                      <a:solidFill>
                        <a:srgbClr val="08BBD2"/>
                      </a:solidFill>
                      <a:prstDash val="solid"/>
                      <a:round/>
                      <a:headEnd type="none" w="med" len="med"/>
                      <a:tailEnd type="none" w="med" len="med"/>
                    </a:lnT>
                    <a:lnB w="9525" cap="flat" cmpd="sng" algn="ctr">
                      <a:solidFill>
                        <a:srgbClr val="38BDD2"/>
                      </a:solidFill>
                      <a:prstDash val="solid"/>
                      <a:round/>
                      <a:headEnd type="none" w="med" len="med"/>
                      <a:tailEnd type="none" w="med" len="med"/>
                    </a:lnB>
                    <a:solidFill>
                      <a:srgbClr val="F4F4F9"/>
                    </a:solidFill>
                  </a:tcPr>
                </a:tc>
                <a:tc>
                  <a:txBody>
                    <a:bodyPr/>
                    <a:lstStyle/>
                    <a:p>
                      <a:pPr fontAlgn="t"/>
                      <a:r>
                        <a:rPr lang="en-US" sz="1100" b="0">
                          <a:solidFill>
                            <a:srgbClr val="4A4D57"/>
                          </a:solidFill>
                          <a:effectLst/>
                          <a:latin typeface="Nunito Sans"/>
                        </a:rPr>
                        <a:t>Works well with CMD to define default arguments</a:t>
                      </a:r>
                    </a:p>
                  </a:txBody>
                  <a:tcPr marL="69685" marR="69685" marT="92913" marB="92913">
                    <a:lnL w="9525" cap="flat" cmpd="sng" algn="ctr">
                      <a:solidFill>
                        <a:srgbClr val="38BDD2"/>
                      </a:solidFill>
                      <a:prstDash val="solid"/>
                      <a:round/>
                      <a:headEnd type="none" w="med" len="med"/>
                      <a:tailEnd type="none" w="med" len="med"/>
                    </a:lnL>
                    <a:lnR w="9525" cap="flat" cmpd="sng" algn="ctr">
                      <a:solidFill>
                        <a:srgbClr val="38EBC1"/>
                      </a:solidFill>
                      <a:prstDash val="solid"/>
                      <a:round/>
                      <a:headEnd type="none" w="med" len="med"/>
                      <a:tailEnd type="none" w="med" len="med"/>
                    </a:lnR>
                    <a:lnT w="9525" cap="flat" cmpd="sng" algn="ctr">
                      <a:solidFill>
                        <a:srgbClr val="58EDC1"/>
                      </a:solidFill>
                      <a:prstDash val="solid"/>
                      <a:round/>
                      <a:headEnd type="none" w="med" len="med"/>
                      <a:tailEnd type="none" w="med" len="med"/>
                    </a:lnT>
                    <a:lnB w="9525" cap="flat" cmpd="sng" algn="ctr">
                      <a:solidFill>
                        <a:srgbClr val="38EBC1"/>
                      </a:solidFill>
                      <a:prstDash val="solid"/>
                      <a:round/>
                      <a:headEnd type="none" w="med" len="med"/>
                      <a:tailEnd type="none" w="med" len="med"/>
                    </a:lnB>
                    <a:solidFill>
                      <a:srgbClr val="F4F4F9"/>
                    </a:solidFill>
                  </a:tcPr>
                </a:tc>
                <a:tc>
                  <a:txBody>
                    <a:bodyPr/>
                    <a:lstStyle/>
                    <a:p>
                      <a:pPr fontAlgn="t"/>
                      <a:r>
                        <a:rPr lang="en-US" sz="1100" b="0">
                          <a:solidFill>
                            <a:srgbClr val="4A4D57"/>
                          </a:solidFill>
                          <a:effectLst/>
                          <a:latin typeface="Nunito Sans"/>
                        </a:rPr>
                        <a:t>Typically overridden when ENTRYPOINT is used</a:t>
                      </a:r>
                    </a:p>
                  </a:txBody>
                  <a:tcPr marL="69685" marR="69685" marT="92913" marB="92913">
                    <a:lnL w="9525" cap="flat" cmpd="sng" algn="ctr">
                      <a:solidFill>
                        <a:srgbClr val="38EBC1"/>
                      </a:solidFill>
                      <a:prstDash val="solid"/>
                      <a:round/>
                      <a:headEnd type="none" w="med" len="med"/>
                      <a:tailEnd type="none" w="med" len="med"/>
                    </a:lnL>
                    <a:lnR w="9525" cap="flat" cmpd="sng" algn="ctr">
                      <a:solidFill>
                        <a:srgbClr val="F0EEC1"/>
                      </a:solidFill>
                      <a:prstDash val="solid"/>
                      <a:round/>
                      <a:headEnd type="none" w="med" len="med"/>
                      <a:tailEnd type="none" w="med" len="med"/>
                    </a:lnR>
                    <a:lnT w="9525" cap="flat" cmpd="sng" algn="ctr">
                      <a:solidFill>
                        <a:srgbClr val="48ECC1"/>
                      </a:solidFill>
                      <a:prstDash val="solid"/>
                      <a:round/>
                      <a:headEnd type="none" w="med" len="med"/>
                      <a:tailEnd type="none" w="med" len="med"/>
                    </a:lnT>
                    <a:lnB w="9525" cap="flat" cmpd="sng" algn="ctr">
                      <a:solidFill>
                        <a:srgbClr val="F0EEC1"/>
                      </a:solidFill>
                      <a:prstDash val="solid"/>
                      <a:round/>
                      <a:headEnd type="none" w="med" len="med"/>
                      <a:tailEnd type="none" w="med" len="med"/>
                    </a:lnB>
                    <a:solidFill>
                      <a:srgbClr val="F4F4F9"/>
                    </a:solidFill>
                  </a:tcPr>
                </a:tc>
              </a:tr>
              <a:tr h="539362">
                <a:tc>
                  <a:txBody>
                    <a:bodyPr/>
                    <a:lstStyle/>
                    <a:p>
                      <a:pPr fontAlgn="t"/>
                      <a:r>
                        <a:rPr lang="en-US" sz="1100" b="1" dirty="0">
                          <a:solidFill>
                            <a:srgbClr val="4A4D57"/>
                          </a:solidFill>
                          <a:effectLst/>
                          <a:latin typeface="Nunito Sans"/>
                        </a:rPr>
                        <a:t>Typical Examples</a:t>
                      </a:r>
                      <a:endParaRPr lang="en-US" sz="1100" b="0" dirty="0">
                        <a:solidFill>
                          <a:srgbClr val="4A4D57"/>
                        </a:solidFill>
                        <a:effectLst/>
                        <a:latin typeface="Nunito Sans"/>
                      </a:endParaRPr>
                    </a:p>
                  </a:txBody>
                  <a:tcPr marL="69685" marR="69685" marT="92913" marB="92913">
                    <a:lnL w="9525" cap="flat" cmpd="sng" algn="ctr">
                      <a:solidFill>
                        <a:srgbClr val="68BFD2"/>
                      </a:solidFill>
                      <a:prstDash val="solid"/>
                      <a:round/>
                      <a:headEnd type="none" w="med" len="med"/>
                      <a:tailEnd type="none" w="med" len="med"/>
                    </a:lnL>
                    <a:lnR w="9525" cap="flat" cmpd="sng" algn="ctr">
                      <a:solidFill>
                        <a:srgbClr val="68BFD2"/>
                      </a:solidFill>
                      <a:prstDash val="solid"/>
                      <a:round/>
                      <a:headEnd type="none" w="med" len="med"/>
                      <a:tailEnd type="none" w="med" len="med"/>
                    </a:lnR>
                    <a:lnT w="9525" cap="flat" cmpd="sng" algn="ctr">
                      <a:solidFill>
                        <a:srgbClr val="38BDD2"/>
                      </a:solidFill>
                      <a:prstDash val="solid"/>
                      <a:round/>
                      <a:headEnd type="none" w="med" len="med"/>
                      <a:tailEnd type="none" w="med" len="med"/>
                    </a:lnT>
                    <a:lnB w="9525" cap="flat" cmpd="sng" algn="ctr">
                      <a:solidFill>
                        <a:srgbClr val="68BFD2"/>
                      </a:solidFill>
                      <a:prstDash val="solid"/>
                      <a:round/>
                      <a:headEnd type="none" w="med" len="med"/>
                      <a:tailEnd type="none" w="med" len="med"/>
                    </a:lnB>
                    <a:solidFill>
                      <a:srgbClr val="FFFFFF"/>
                    </a:solidFill>
                  </a:tcPr>
                </a:tc>
                <a:tc>
                  <a:txBody>
                    <a:bodyPr/>
                    <a:lstStyle/>
                    <a:p>
                      <a:pPr fontAlgn="t"/>
                      <a:r>
                        <a:rPr lang="en-US" sz="1100" b="0">
                          <a:solidFill>
                            <a:srgbClr val="4A4D57"/>
                          </a:solidFill>
                          <a:effectLst/>
                          <a:latin typeface="Nunito Sans"/>
                        </a:rPr>
                        <a:t>ENTRYPOINT ["python"] to always run Python</a:t>
                      </a:r>
                    </a:p>
                  </a:txBody>
                  <a:tcPr marL="69685" marR="69685" marT="92913" marB="92913">
                    <a:lnL w="9525" cap="flat" cmpd="sng" algn="ctr">
                      <a:solidFill>
                        <a:srgbClr val="68BFD2"/>
                      </a:solidFill>
                      <a:prstDash val="solid"/>
                      <a:round/>
                      <a:headEnd type="none" w="med" len="med"/>
                      <a:tailEnd type="none" w="med" len="med"/>
                    </a:lnL>
                    <a:lnR w="9525" cap="flat" cmpd="sng" algn="ctr">
                      <a:solidFill>
                        <a:srgbClr val="38EBC1"/>
                      </a:solidFill>
                      <a:prstDash val="solid"/>
                      <a:round/>
                      <a:headEnd type="none" w="med" len="med"/>
                      <a:tailEnd type="none" w="med" len="med"/>
                    </a:lnR>
                    <a:lnT w="9525" cap="flat" cmpd="sng" algn="ctr">
                      <a:solidFill>
                        <a:srgbClr val="38EBC1"/>
                      </a:solidFill>
                      <a:prstDash val="solid"/>
                      <a:round/>
                      <a:headEnd type="none" w="med" len="med"/>
                      <a:tailEnd type="none" w="med" len="med"/>
                    </a:lnT>
                    <a:lnB w="9525" cap="flat" cmpd="sng" algn="ctr">
                      <a:solidFill>
                        <a:srgbClr val="38EBC1"/>
                      </a:solidFill>
                      <a:prstDash val="solid"/>
                      <a:round/>
                      <a:headEnd type="none" w="med" len="med"/>
                      <a:tailEnd type="none" w="med" len="med"/>
                    </a:lnB>
                    <a:solidFill>
                      <a:srgbClr val="FFFFFF"/>
                    </a:solidFill>
                  </a:tcPr>
                </a:tc>
                <a:tc>
                  <a:txBody>
                    <a:bodyPr/>
                    <a:lstStyle/>
                    <a:p>
                      <a:pPr fontAlgn="t"/>
                      <a:r>
                        <a:rPr lang="en-US" sz="1100" b="0" dirty="0">
                          <a:solidFill>
                            <a:srgbClr val="4A4D57"/>
                          </a:solidFill>
                          <a:effectLst/>
                          <a:latin typeface="Nunito Sans"/>
                        </a:rPr>
                        <a:t>CMD ["app.py"] as a default script to execute with Python</a:t>
                      </a:r>
                    </a:p>
                  </a:txBody>
                  <a:tcPr marL="69685" marR="69685" marT="92913" marB="92913">
                    <a:lnL w="9525" cap="flat" cmpd="sng" algn="ctr">
                      <a:solidFill>
                        <a:srgbClr val="38EBC1"/>
                      </a:solidFill>
                      <a:prstDash val="solid"/>
                      <a:round/>
                      <a:headEnd type="none" w="med" len="med"/>
                      <a:tailEnd type="none" w="med" len="med"/>
                    </a:lnL>
                    <a:lnR w="9525" cap="flat" cmpd="sng" algn="ctr">
                      <a:solidFill>
                        <a:srgbClr val="38EBC1"/>
                      </a:solidFill>
                      <a:prstDash val="solid"/>
                      <a:round/>
                      <a:headEnd type="none" w="med" len="med"/>
                      <a:tailEnd type="none" w="med" len="med"/>
                    </a:lnR>
                    <a:lnT w="9525" cap="flat" cmpd="sng" algn="ctr">
                      <a:solidFill>
                        <a:srgbClr val="F0EEC1"/>
                      </a:solidFill>
                      <a:prstDash val="solid"/>
                      <a:round/>
                      <a:headEnd type="none" w="med" len="med"/>
                      <a:tailEnd type="none" w="med" len="med"/>
                    </a:lnT>
                    <a:lnB w="9525" cap="flat" cmpd="sng" algn="ctr">
                      <a:solidFill>
                        <a:srgbClr val="38EBC1"/>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1705567426"/>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a:solidFill>
                  <a:srgbClr val="FFFFFF"/>
                </a:solidFill>
                <a:latin typeface="Segoe UI Light"/>
              </a:rPr>
              <a:t>Image </a:t>
            </a:r>
            <a:r>
              <a:rPr lang="en-US" sz="3600" b="0" strike="noStrike" spc="-1" dirty="0" smtClean="0">
                <a:solidFill>
                  <a:srgbClr val="FFFFFF"/>
                </a:solidFill>
                <a:latin typeface="Segoe UI Light"/>
              </a:rPr>
              <a:t>management</a:t>
            </a:r>
            <a:br>
              <a:rPr lang="en-US" sz="3600" b="0" strike="noStrike" spc="-1" dirty="0" smtClean="0">
                <a:solidFill>
                  <a:srgbClr val="FFFFFF"/>
                </a:solidFill>
                <a:latin typeface="Segoe UI Light"/>
              </a:rPr>
            </a:br>
            <a:r>
              <a:rPr lang="en-US" sz="3600" b="0" strike="noStrike" spc="-1" dirty="0" err="1" smtClean="0">
                <a:solidFill>
                  <a:srgbClr val="FFFFFF"/>
                </a:solidFill>
                <a:latin typeface="Segoe UI Light"/>
              </a:rPr>
              <a:t>Entrypoint</a:t>
            </a:r>
            <a:r>
              <a:rPr lang="en-US" sz="3600" b="0" strike="noStrike" spc="-1" dirty="0" smtClean="0">
                <a:solidFill>
                  <a:srgbClr val="FFFFFF"/>
                </a:solidFill>
                <a:latin typeface="Segoe UI Light"/>
              </a:rPr>
              <a:t> Vs. CMD (</a:t>
            </a:r>
            <a:r>
              <a:rPr lang="en-US" sz="3600" b="0" strike="noStrike" spc="-1" dirty="0" err="1" smtClean="0">
                <a:solidFill>
                  <a:srgbClr val="FFFFFF"/>
                </a:solidFill>
                <a:latin typeface="Segoe UI Light"/>
              </a:rPr>
              <a:t>contd</a:t>
            </a:r>
            <a:r>
              <a:rPr lang="en-US" sz="3600" spc="-1" dirty="0">
                <a:solidFill>
                  <a:srgbClr val="FFFFFF"/>
                </a:solidFill>
                <a:latin typeface="Segoe UI Light"/>
              </a:rPr>
              <a:t>)</a:t>
            </a:r>
            <a:endParaRPr lang="en-US" sz="3600" b="0" strike="noStrike" spc="-1" dirty="0">
              <a:latin typeface="Arial"/>
            </a:endParaRPr>
          </a:p>
        </p:txBody>
      </p:sp>
      <p:sp>
        <p:nvSpPr>
          <p:cNvPr id="155" name="PlaceHolder 2"/>
          <p:cNvSpPr>
            <a:spLocks noGrp="1"/>
          </p:cNvSpPr>
          <p:nvPr>
            <p:ph idx="4294967295"/>
          </p:nvPr>
        </p:nvSpPr>
        <p:spPr>
          <a:xfrm>
            <a:off x="780120" y="1718640"/>
            <a:ext cx="11174040" cy="4938192"/>
          </a:xfrm>
          <a:prstGeom prst="rect">
            <a:avLst/>
          </a:prstGeom>
          <a:noFill/>
          <a:ln w="0">
            <a:noFill/>
          </a:ln>
        </p:spPr>
        <p:txBody>
          <a:bodyPr lIns="90000" tIns="45000" rIns="90000" bIns="45000" anchor="t">
            <a:normAutofit fontScale="93500" lnSpcReduction="10000"/>
          </a:bodyPr>
          <a:lstStyle/>
          <a:p>
            <a:pPr>
              <a:spcBef>
                <a:spcPts val="1417"/>
              </a:spcBef>
              <a:buNone/>
            </a:pPr>
            <a:r>
              <a:rPr lang="en-US" sz="2000" b="0" strike="noStrike" spc="-1" dirty="0" smtClean="0">
                <a:solidFill>
                  <a:srgbClr val="808080"/>
                </a:solidFill>
                <a:latin typeface="Segoe UI"/>
              </a:rPr>
              <a:t>In </a:t>
            </a:r>
            <a:r>
              <a:rPr lang="en-US" sz="2000" b="0" strike="noStrike" spc="-1" dirty="0" err="1" smtClean="0">
                <a:solidFill>
                  <a:srgbClr val="808080"/>
                </a:solidFill>
                <a:latin typeface="Segoe UI"/>
              </a:rPr>
              <a:t>Dockerfile</a:t>
            </a:r>
            <a:endParaRPr lang="en-US" sz="2000" spc="-1" dirty="0">
              <a:solidFill>
                <a:srgbClr val="808080"/>
              </a:solidFill>
              <a:latin typeface="Segoe UI"/>
            </a:endParaRPr>
          </a:p>
          <a:p>
            <a:pPr>
              <a:spcBef>
                <a:spcPts val="1417"/>
              </a:spcBef>
              <a:buNone/>
            </a:pPr>
            <a:r>
              <a:rPr lang="en-US" sz="2000" b="0" strike="noStrike" spc="-1" dirty="0" smtClean="0">
                <a:solidFill>
                  <a:srgbClr val="808080"/>
                </a:solidFill>
                <a:latin typeface="Segoe UI"/>
              </a:rPr>
              <a:t>	1-Used CMD ["apache2ctl", "-DFOREGROUND"]:</a:t>
            </a:r>
          </a:p>
          <a:p>
            <a:pPr>
              <a:spcBef>
                <a:spcPts val="1417"/>
              </a:spcBef>
              <a:buNone/>
            </a:pPr>
            <a:r>
              <a:rPr lang="en-US" sz="2000" spc="-1" dirty="0">
                <a:solidFill>
                  <a:srgbClr val="808080"/>
                </a:solidFill>
                <a:latin typeface="Segoe UI"/>
              </a:rPr>
              <a:t>	</a:t>
            </a:r>
            <a:r>
              <a:rPr lang="en-US" sz="2000" spc="-1" dirty="0" smtClean="0">
                <a:solidFill>
                  <a:srgbClr val="808080"/>
                </a:solidFill>
                <a:latin typeface="Segoe UI"/>
              </a:rPr>
              <a:t>	means, if no </a:t>
            </a:r>
            <a:r>
              <a:rPr lang="en-US" sz="2000" spc="-1" dirty="0" err="1" smtClean="0">
                <a:solidFill>
                  <a:srgbClr val="808080"/>
                </a:solidFill>
                <a:latin typeface="Segoe UI"/>
              </a:rPr>
              <a:t>cmd</a:t>
            </a:r>
            <a:r>
              <a:rPr lang="en-US" sz="2000" spc="-1" dirty="0" smtClean="0">
                <a:solidFill>
                  <a:srgbClr val="808080"/>
                </a:solidFill>
                <a:latin typeface="Segoe UI"/>
              </a:rPr>
              <a:t> passed in the </a:t>
            </a:r>
            <a:r>
              <a:rPr lang="en-US" sz="2000" spc="-1" dirty="0" err="1" smtClean="0">
                <a:solidFill>
                  <a:srgbClr val="808080"/>
                </a:solidFill>
                <a:latin typeface="Segoe UI"/>
              </a:rPr>
              <a:t>docker</a:t>
            </a:r>
            <a:r>
              <a:rPr lang="en-US" sz="2000" spc="-1" dirty="0" smtClean="0">
                <a:solidFill>
                  <a:srgbClr val="808080"/>
                </a:solidFill>
                <a:latin typeface="Segoe UI"/>
              </a:rPr>
              <a:t> command, the default command </a:t>
            </a:r>
            <a:r>
              <a:rPr lang="en-US" sz="2000" b="0" strike="noStrike" spc="-1" dirty="0" smtClean="0">
                <a:solidFill>
                  <a:srgbClr val="808080"/>
                </a:solidFill>
                <a:latin typeface="Segoe UI"/>
              </a:rPr>
              <a:t>apache2ctl will be used and passes DFOREGROUND parameter to it</a:t>
            </a:r>
          </a:p>
          <a:p>
            <a:pPr>
              <a:spcBef>
                <a:spcPts val="1417"/>
              </a:spcBef>
              <a:buNone/>
            </a:pPr>
            <a:r>
              <a:rPr lang="en-US" sz="2000" spc="-1" dirty="0">
                <a:solidFill>
                  <a:srgbClr val="808080"/>
                </a:solidFill>
                <a:latin typeface="Segoe UI"/>
              </a:rPr>
              <a:t>	</a:t>
            </a:r>
            <a:r>
              <a:rPr lang="en-US" sz="2000" spc="-1" dirty="0" smtClean="0">
                <a:solidFill>
                  <a:srgbClr val="808080"/>
                </a:solidFill>
                <a:latin typeface="Segoe UI"/>
              </a:rPr>
              <a:t>	</a:t>
            </a:r>
            <a:r>
              <a:rPr lang="en-US" sz="2000" dirty="0"/>
              <a:t> </a:t>
            </a:r>
            <a:r>
              <a:rPr lang="en-US" sz="2000" dirty="0" err="1"/>
              <a:t>docker</a:t>
            </a:r>
            <a:r>
              <a:rPr lang="en-US" sz="2000" dirty="0"/>
              <a:t> run -it &lt;image&gt; /</a:t>
            </a:r>
            <a:r>
              <a:rPr lang="en-US" sz="2000" dirty="0" smtClean="0"/>
              <a:t>bin/bash : will run the bash instead of start the apahce2</a:t>
            </a:r>
          </a:p>
          <a:p>
            <a:pPr>
              <a:spcBef>
                <a:spcPts val="1417"/>
              </a:spcBef>
              <a:buNone/>
            </a:pPr>
            <a:r>
              <a:rPr lang="en-US" sz="2000" b="0" strike="noStrike" spc="-1" dirty="0" smtClean="0">
                <a:solidFill>
                  <a:srgbClr val="808080"/>
                </a:solidFill>
                <a:latin typeface="Segoe UI"/>
              </a:rPr>
              <a:t>	2-Used ENTRYPOINT[“</a:t>
            </a:r>
            <a:r>
              <a:rPr lang="en-US" sz="2000" b="0" strike="noStrike" spc="-1" dirty="0" err="1" smtClean="0">
                <a:solidFill>
                  <a:srgbClr val="808080"/>
                </a:solidFill>
                <a:latin typeface="Segoe UI"/>
              </a:rPr>
              <a:t>myscript</a:t>
            </a:r>
            <a:r>
              <a:rPr lang="en-US" sz="2000" b="0" strike="noStrike" spc="-1" dirty="0" smtClean="0">
                <a:solidFill>
                  <a:srgbClr val="808080"/>
                </a:solidFill>
                <a:latin typeface="Segoe UI"/>
              </a:rPr>
              <a:t>", “par1"]:</a:t>
            </a:r>
          </a:p>
          <a:p>
            <a:pPr>
              <a:spcBef>
                <a:spcPts val="1417"/>
              </a:spcBef>
              <a:buNone/>
            </a:pPr>
            <a:r>
              <a:rPr lang="en-US" sz="2000" spc="-1" dirty="0" smtClean="0">
                <a:solidFill>
                  <a:srgbClr val="808080"/>
                </a:solidFill>
                <a:latin typeface="Segoe UI"/>
              </a:rPr>
              <a:t>		means, if no </a:t>
            </a:r>
            <a:r>
              <a:rPr lang="en-US" sz="2000" spc="-1" dirty="0" err="1" smtClean="0">
                <a:solidFill>
                  <a:srgbClr val="808080"/>
                </a:solidFill>
                <a:latin typeface="Segoe UI"/>
              </a:rPr>
              <a:t>entrypoint</a:t>
            </a:r>
            <a:r>
              <a:rPr lang="en-US" sz="2000" spc="-1" dirty="0" smtClean="0">
                <a:solidFill>
                  <a:srgbClr val="808080"/>
                </a:solidFill>
                <a:latin typeface="Segoe UI"/>
              </a:rPr>
              <a:t> passed in the </a:t>
            </a:r>
            <a:r>
              <a:rPr lang="en-US" sz="2000" spc="-1" dirty="0" err="1" smtClean="0">
                <a:solidFill>
                  <a:srgbClr val="808080"/>
                </a:solidFill>
                <a:latin typeface="Segoe UI"/>
              </a:rPr>
              <a:t>docker</a:t>
            </a:r>
            <a:r>
              <a:rPr lang="en-US" sz="2000" spc="-1" dirty="0" smtClean="0">
                <a:solidFill>
                  <a:srgbClr val="808080"/>
                </a:solidFill>
                <a:latin typeface="Segoe UI"/>
              </a:rPr>
              <a:t> command, the script </a:t>
            </a:r>
            <a:r>
              <a:rPr lang="en-US" sz="2000" spc="-1" dirty="0" err="1" smtClean="0">
                <a:solidFill>
                  <a:srgbClr val="808080"/>
                </a:solidFill>
                <a:latin typeface="Segoe UI"/>
              </a:rPr>
              <a:t>myscript</a:t>
            </a:r>
            <a:r>
              <a:rPr lang="en-US" sz="2000" spc="-1" dirty="0" smtClean="0">
                <a:solidFill>
                  <a:srgbClr val="808080"/>
                </a:solidFill>
                <a:latin typeface="Segoe UI"/>
              </a:rPr>
              <a:t> will be started without parameter par1</a:t>
            </a:r>
          </a:p>
          <a:p>
            <a:pPr>
              <a:spcBef>
                <a:spcPts val="1417"/>
              </a:spcBef>
              <a:buNone/>
            </a:pPr>
            <a:r>
              <a:rPr lang="en-US" sz="2000" b="0" strike="noStrike" spc="-1" dirty="0" smtClean="0">
                <a:solidFill>
                  <a:srgbClr val="808080"/>
                </a:solidFill>
                <a:latin typeface="Segoe UI"/>
              </a:rPr>
              <a:t>		</a:t>
            </a:r>
            <a:r>
              <a:rPr lang="en-US" sz="2000" dirty="0" err="1" smtClean="0"/>
              <a:t>docker</a:t>
            </a:r>
            <a:r>
              <a:rPr lang="en-US" sz="2000" dirty="0" smtClean="0"/>
              <a:t> run -it –</a:t>
            </a:r>
            <a:r>
              <a:rPr lang="en-US" sz="2000" dirty="0" err="1" smtClean="0"/>
              <a:t>entrypoint</a:t>
            </a:r>
            <a:r>
              <a:rPr lang="en-US" sz="2000" dirty="0" smtClean="0"/>
              <a:t>[“par2”] &lt;image&gt;, the script </a:t>
            </a:r>
            <a:r>
              <a:rPr lang="en-US" sz="2000" dirty="0" err="1" smtClean="0"/>
              <a:t>myscript</a:t>
            </a:r>
            <a:r>
              <a:rPr lang="en-US" sz="2000" dirty="0" smtClean="0"/>
              <a:t> will start with the par1 parameter passed appended to it also par2</a:t>
            </a:r>
            <a:endParaRPr lang="en-US" sz="2000" b="0" strike="noStrike" spc="-1" dirty="0" smtClean="0">
              <a:solidFill>
                <a:srgbClr val="808080"/>
              </a:solidFill>
              <a:latin typeface="Segoe UI"/>
            </a:endParaRPr>
          </a:p>
          <a:p>
            <a:pPr>
              <a:spcBef>
                <a:spcPts val="1417"/>
              </a:spcBef>
              <a:buNone/>
            </a:pPr>
            <a:r>
              <a:rPr lang="en-US" sz="2000" spc="-1" dirty="0">
                <a:solidFill>
                  <a:srgbClr val="808080"/>
                </a:solidFill>
                <a:latin typeface="Segoe UI"/>
              </a:rPr>
              <a:t>	</a:t>
            </a:r>
            <a:r>
              <a:rPr lang="en-US" sz="2000" spc="-1" dirty="0" smtClean="0">
                <a:solidFill>
                  <a:srgbClr val="808080"/>
                </a:solidFill>
                <a:latin typeface="Segoe UI"/>
              </a:rPr>
              <a:t>3-</a:t>
            </a:r>
            <a:r>
              <a:rPr lang="en-US" sz="2000" b="0" strike="noStrike" spc="-1" dirty="0" smtClean="0">
                <a:solidFill>
                  <a:srgbClr val="808080"/>
                </a:solidFill>
                <a:latin typeface="Segoe UI"/>
              </a:rPr>
              <a:t>Used both (What does it mean):</a:t>
            </a:r>
          </a:p>
          <a:p>
            <a:pPr>
              <a:spcBef>
                <a:spcPts val="1417"/>
              </a:spcBef>
              <a:buNone/>
            </a:pPr>
            <a:r>
              <a:rPr lang="en-US" sz="2000" b="0" strike="noStrike" spc="-1" dirty="0" smtClean="0">
                <a:solidFill>
                  <a:srgbClr val="808080"/>
                </a:solidFill>
                <a:latin typeface="Segoe UI"/>
              </a:rPr>
              <a:t>		ENTRYPOINT[“python”,”/myprog.py”]</a:t>
            </a:r>
          </a:p>
          <a:p>
            <a:pPr>
              <a:spcBef>
                <a:spcPts val="1417"/>
              </a:spcBef>
              <a:buNone/>
            </a:pPr>
            <a:r>
              <a:rPr lang="en-US" sz="2000" spc="-1" dirty="0">
                <a:solidFill>
                  <a:srgbClr val="808080"/>
                </a:solidFill>
                <a:latin typeface="Segoe UI"/>
              </a:rPr>
              <a:t>	</a:t>
            </a:r>
            <a:r>
              <a:rPr lang="en-US" sz="2000" spc="-1" dirty="0" smtClean="0">
                <a:solidFill>
                  <a:srgbClr val="808080"/>
                </a:solidFill>
                <a:latin typeface="Segoe UI"/>
              </a:rPr>
              <a:t>	CMD[“—port 8080”]</a:t>
            </a:r>
            <a:endParaRPr lang="en-US" sz="2000" b="0" strike="noStrike" spc="-1" dirty="0">
              <a:solidFill>
                <a:srgbClr val="808080"/>
              </a:solidFill>
              <a:latin typeface="Segoe UI"/>
            </a:endParaRPr>
          </a:p>
          <a:p>
            <a:pPr>
              <a:spcBef>
                <a:spcPts val="1417"/>
              </a:spcBef>
              <a:buNone/>
            </a:pPr>
            <a:endParaRPr lang="en-US" sz="2000" b="0" strike="noStrike" spc="-1" dirty="0" smtClean="0">
              <a:solidFill>
                <a:srgbClr val="808080"/>
              </a:solidFill>
              <a:latin typeface="Segoe UI"/>
            </a:endParaRPr>
          </a:p>
          <a:p>
            <a:pPr>
              <a:spcBef>
                <a:spcPts val="1417"/>
              </a:spcBef>
              <a:buNone/>
            </a:pPr>
            <a:endParaRPr lang="en-US" sz="2000" b="0" strike="noStrike" spc="-1" dirty="0" smtClean="0">
              <a:solidFill>
                <a:srgbClr val="808080"/>
              </a:solidFill>
              <a:latin typeface="Segoe UI"/>
            </a:endParaRPr>
          </a:p>
          <a:p>
            <a:pPr>
              <a:spcBef>
                <a:spcPts val="1417"/>
              </a:spcBef>
              <a:buNone/>
            </a:pPr>
            <a:endParaRPr lang="en-US" sz="2000" b="0" strike="noStrike" spc="-1" dirty="0">
              <a:latin typeface="Arial"/>
            </a:endParaRPr>
          </a:p>
        </p:txBody>
      </p:sp>
      <p:sp>
        <p:nvSpPr>
          <p:cNvPr id="4" name="PlaceHolder 3"/>
          <p:cNvSpPr>
            <a:spLocks noGrp="1"/>
          </p:cNvSpPr>
          <p:nvPr>
            <p:ph type="sldNum" idx="5"/>
          </p:nvPr>
        </p:nvSpPr>
        <p:spPr/>
        <p:txBody>
          <a:bodyPr/>
          <a:lstStyle/>
          <a:p>
            <a:fld id="{DAD9058E-CE64-4948-8207-C2A1BDB08FE5}" type="slidenum">
              <a:t>38</a:t>
            </a:fld>
            <a:endParaRPr/>
          </a:p>
        </p:txBody>
      </p:sp>
    </p:spTree>
    <p:extLst>
      <p:ext uri="{BB962C8B-B14F-4D97-AF65-F5344CB8AC3E}">
        <p14:creationId xmlns:p14="http://schemas.microsoft.com/office/powerpoint/2010/main" val="4022999514"/>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smtClean="0">
                <a:solidFill>
                  <a:srgbClr val="FFFFFF"/>
                </a:solidFill>
                <a:latin typeface="Segoe UI Light"/>
              </a:rPr>
              <a:t>CI/CD Pipelines and Docker</a:t>
            </a:r>
            <a:endParaRPr lang="en-US" sz="3600" b="0" strike="noStrike" spc="-1" dirty="0">
              <a:latin typeface="Arial"/>
            </a:endParaRPr>
          </a:p>
        </p:txBody>
      </p:sp>
      <p:sp>
        <p:nvSpPr>
          <p:cNvPr id="155" name="PlaceHolder 2"/>
          <p:cNvSpPr>
            <a:spLocks noGrp="1"/>
          </p:cNvSpPr>
          <p:nvPr>
            <p:ph idx="4294967295"/>
          </p:nvPr>
        </p:nvSpPr>
        <p:spPr>
          <a:xfrm>
            <a:off x="780120" y="1718640"/>
            <a:ext cx="11174040" cy="4938192"/>
          </a:xfrm>
          <a:prstGeom prst="rect">
            <a:avLst/>
          </a:prstGeom>
          <a:noFill/>
          <a:ln w="0">
            <a:noFill/>
          </a:ln>
        </p:spPr>
        <p:txBody>
          <a:bodyPr lIns="90000" tIns="45000" rIns="90000" bIns="45000" anchor="t">
            <a:normAutofit fontScale="93500"/>
          </a:bodyPr>
          <a:lstStyle/>
          <a:p>
            <a:pPr>
              <a:spcBef>
                <a:spcPts val="1417"/>
              </a:spcBef>
              <a:buNone/>
            </a:pPr>
            <a:r>
              <a:rPr lang="en-US" sz="2000" b="0" strike="noStrike" spc="-1" dirty="0" smtClean="0">
                <a:solidFill>
                  <a:srgbClr val="808080"/>
                </a:solidFill>
                <a:latin typeface="Segoe UI"/>
              </a:rPr>
              <a:t>Continuous Integration/ Continuous Delivery/Deployment</a:t>
            </a:r>
            <a:endParaRPr lang="en-US" sz="2000" spc="-1" dirty="0">
              <a:solidFill>
                <a:srgbClr val="808080"/>
              </a:solidFill>
              <a:latin typeface="Segoe UI"/>
            </a:endParaRPr>
          </a:p>
          <a:p>
            <a:pPr>
              <a:spcBef>
                <a:spcPts val="1417"/>
              </a:spcBef>
              <a:buNone/>
            </a:pPr>
            <a:r>
              <a:rPr lang="en-US" sz="2000" b="0" strike="noStrike" spc="-1" dirty="0" smtClean="0">
                <a:solidFill>
                  <a:srgbClr val="808080"/>
                </a:solidFill>
                <a:latin typeface="Segoe UI"/>
              </a:rPr>
              <a:t>	</a:t>
            </a:r>
          </a:p>
          <a:p>
            <a:pPr>
              <a:spcBef>
                <a:spcPts val="1417"/>
              </a:spcBef>
              <a:buNone/>
            </a:pPr>
            <a:endParaRPr lang="en-US" sz="2000" b="0" strike="noStrike" spc="-1" dirty="0" smtClean="0">
              <a:solidFill>
                <a:srgbClr val="808080"/>
              </a:solidFill>
              <a:latin typeface="Segoe UI"/>
            </a:endParaRPr>
          </a:p>
          <a:p>
            <a:pPr>
              <a:spcBef>
                <a:spcPts val="1417"/>
              </a:spcBef>
              <a:buNone/>
            </a:pPr>
            <a:endParaRPr lang="en-US" sz="2000" b="0" strike="noStrike" spc="-1" dirty="0">
              <a:latin typeface="Arial"/>
            </a:endParaRPr>
          </a:p>
        </p:txBody>
      </p:sp>
      <p:sp>
        <p:nvSpPr>
          <p:cNvPr id="4" name="PlaceHolder 3"/>
          <p:cNvSpPr>
            <a:spLocks noGrp="1"/>
          </p:cNvSpPr>
          <p:nvPr>
            <p:ph type="sldNum" idx="5"/>
          </p:nvPr>
        </p:nvSpPr>
        <p:spPr/>
        <p:txBody>
          <a:bodyPr/>
          <a:lstStyle/>
          <a:p>
            <a:fld id="{DAD9058E-CE64-4948-8207-C2A1BDB08FE5}" type="slidenum">
              <a:t>39</a:t>
            </a:fld>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10757" y="2720939"/>
            <a:ext cx="5266563" cy="2633282"/>
          </a:xfrm>
          <a:prstGeom prst="rect">
            <a:avLst/>
          </a:prstGeom>
        </p:spPr>
      </p:pic>
    </p:spTree>
    <p:extLst>
      <p:ext uri="{BB962C8B-B14F-4D97-AF65-F5344CB8AC3E}">
        <p14:creationId xmlns:p14="http://schemas.microsoft.com/office/powerpoint/2010/main" val="1745770612"/>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PlaceHolder 1"/>
          <p:cNvSpPr>
            <a:spLocks noGrp="1"/>
          </p:cNvSpPr>
          <p:nvPr>
            <p:ph type="title" idx="4294967295"/>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dirty="0" smtClean="0">
                <a:solidFill>
                  <a:srgbClr val="FFFFFF"/>
                </a:solidFill>
                <a:latin typeface="Segoe UI Light"/>
              </a:rPr>
              <a:t>CI/CD Pipelines and Docker</a:t>
            </a:r>
            <a:endParaRPr lang="en-US" sz="3600" b="0" strike="noStrike" spc="-1" dirty="0">
              <a:latin typeface="Arial"/>
            </a:endParaRPr>
          </a:p>
        </p:txBody>
      </p:sp>
      <p:sp>
        <p:nvSpPr>
          <p:cNvPr id="155" name="PlaceHolder 2"/>
          <p:cNvSpPr>
            <a:spLocks noGrp="1"/>
          </p:cNvSpPr>
          <p:nvPr>
            <p:ph idx="4294967295"/>
          </p:nvPr>
        </p:nvSpPr>
        <p:spPr>
          <a:xfrm>
            <a:off x="780120" y="1718640"/>
            <a:ext cx="11174040" cy="4938192"/>
          </a:xfrm>
          <a:prstGeom prst="rect">
            <a:avLst/>
          </a:prstGeom>
          <a:noFill/>
          <a:ln w="0">
            <a:noFill/>
          </a:ln>
        </p:spPr>
        <p:txBody>
          <a:bodyPr lIns="90000" tIns="45000" rIns="90000" bIns="45000" anchor="t">
            <a:normAutofit fontScale="86000" lnSpcReduction="10000"/>
          </a:bodyPr>
          <a:lstStyle/>
          <a:p>
            <a:pPr>
              <a:spcBef>
                <a:spcPts val="1417"/>
              </a:spcBef>
              <a:buNone/>
            </a:pPr>
            <a:r>
              <a:rPr lang="en-US" sz="2000" spc="-1" dirty="0" smtClean="0">
                <a:solidFill>
                  <a:srgbClr val="808080"/>
                </a:solidFill>
                <a:latin typeface="Segoe UI"/>
              </a:rPr>
              <a:t>1- A GitHub repo for the application</a:t>
            </a:r>
          </a:p>
          <a:p>
            <a:pPr>
              <a:spcBef>
                <a:spcPts val="1417"/>
              </a:spcBef>
              <a:buNone/>
            </a:pPr>
            <a:endParaRPr lang="en-US" sz="2000" spc="-1" dirty="0" smtClean="0">
              <a:solidFill>
                <a:srgbClr val="808080"/>
              </a:solidFill>
              <a:latin typeface="Segoe UI"/>
            </a:endParaRPr>
          </a:p>
          <a:p>
            <a:pPr>
              <a:spcBef>
                <a:spcPts val="1417"/>
              </a:spcBef>
              <a:buNone/>
            </a:pPr>
            <a:r>
              <a:rPr lang="en-US" sz="2000" spc="-1" dirty="0" smtClean="0">
                <a:solidFill>
                  <a:srgbClr val="808080"/>
                </a:solidFill>
                <a:latin typeface="Segoe UI"/>
              </a:rPr>
              <a:t>2-A Push or Merge to the repo (CI)</a:t>
            </a:r>
          </a:p>
          <a:p>
            <a:pPr>
              <a:spcBef>
                <a:spcPts val="1417"/>
              </a:spcBef>
              <a:buNone/>
            </a:pPr>
            <a:endParaRPr lang="en-US" sz="2000" spc="-1" dirty="0" smtClean="0">
              <a:solidFill>
                <a:srgbClr val="808080"/>
              </a:solidFill>
              <a:latin typeface="Segoe UI"/>
            </a:endParaRPr>
          </a:p>
          <a:p>
            <a:pPr>
              <a:spcBef>
                <a:spcPts val="1417"/>
              </a:spcBef>
              <a:buNone/>
            </a:pPr>
            <a:r>
              <a:rPr lang="en-US" sz="2000" spc="-1" dirty="0" smtClean="0">
                <a:solidFill>
                  <a:srgbClr val="808080"/>
                </a:solidFill>
                <a:latin typeface="Segoe UI"/>
              </a:rPr>
              <a:t>3-Build the Docker image, and push it to the registry (CD)</a:t>
            </a:r>
          </a:p>
          <a:p>
            <a:pPr>
              <a:spcBef>
                <a:spcPts val="1417"/>
              </a:spcBef>
              <a:buNone/>
            </a:pPr>
            <a:endParaRPr lang="en-US" sz="2000" spc="-1" dirty="0" smtClean="0">
              <a:solidFill>
                <a:srgbClr val="808080"/>
              </a:solidFill>
              <a:latin typeface="Segoe UI"/>
            </a:endParaRPr>
          </a:p>
          <a:p>
            <a:pPr>
              <a:spcBef>
                <a:spcPts val="1417"/>
              </a:spcBef>
              <a:buNone/>
            </a:pPr>
            <a:r>
              <a:rPr lang="en-US" sz="2000" spc="-1" dirty="0" smtClean="0">
                <a:solidFill>
                  <a:srgbClr val="808080"/>
                </a:solidFill>
                <a:latin typeface="Segoe UI"/>
              </a:rPr>
              <a:t>4-Use </a:t>
            </a:r>
            <a:r>
              <a:rPr lang="en-US" sz="2000" spc="-1" dirty="0" err="1" smtClean="0">
                <a:solidFill>
                  <a:srgbClr val="808080"/>
                </a:solidFill>
                <a:latin typeface="Segoe UI"/>
              </a:rPr>
              <a:t>github</a:t>
            </a:r>
            <a:r>
              <a:rPr lang="en-US" sz="2000" spc="-1" dirty="0" smtClean="0">
                <a:solidFill>
                  <a:srgbClr val="808080"/>
                </a:solidFill>
                <a:latin typeface="Segoe UI"/>
              </a:rPr>
              <a:t> actions to implement the pipeline</a:t>
            </a:r>
          </a:p>
          <a:p>
            <a:pPr>
              <a:spcBef>
                <a:spcPts val="1417"/>
              </a:spcBef>
              <a:buNone/>
            </a:pPr>
            <a:r>
              <a:rPr lang="en-US" sz="2000" spc="-1" dirty="0">
                <a:solidFill>
                  <a:srgbClr val="808080"/>
                </a:solidFill>
                <a:latin typeface="Segoe UI"/>
              </a:rPr>
              <a:t>	</a:t>
            </a:r>
            <a:r>
              <a:rPr lang="en-US" sz="2000" spc="-1" dirty="0" smtClean="0">
                <a:solidFill>
                  <a:srgbClr val="808080"/>
                </a:solidFill>
                <a:latin typeface="Segoe UI"/>
              </a:rPr>
              <a:t>1-The </a:t>
            </a:r>
            <a:r>
              <a:rPr lang="en-US" sz="2000" spc="-1" dirty="0" err="1" smtClean="0">
                <a:solidFill>
                  <a:srgbClr val="808080"/>
                </a:solidFill>
                <a:latin typeface="Segoe UI"/>
              </a:rPr>
              <a:t>github</a:t>
            </a:r>
            <a:r>
              <a:rPr lang="en-US" sz="2000" spc="-1" dirty="0" smtClean="0">
                <a:solidFill>
                  <a:srgbClr val="808080"/>
                </a:solidFill>
                <a:latin typeface="Segoe UI"/>
              </a:rPr>
              <a:t> needs a username, and password to push to hub.docker.com</a:t>
            </a:r>
          </a:p>
          <a:p>
            <a:pPr>
              <a:spcBef>
                <a:spcPts val="1417"/>
              </a:spcBef>
              <a:buNone/>
            </a:pPr>
            <a:r>
              <a:rPr lang="en-US" sz="2000" spc="-1" dirty="0">
                <a:solidFill>
                  <a:srgbClr val="808080"/>
                </a:solidFill>
                <a:latin typeface="Segoe UI"/>
              </a:rPr>
              <a:t>	</a:t>
            </a:r>
            <a:r>
              <a:rPr lang="en-US" sz="2000" spc="-1" dirty="0" smtClean="0">
                <a:solidFill>
                  <a:srgbClr val="808080"/>
                </a:solidFill>
                <a:latin typeface="Segoe UI"/>
              </a:rPr>
              <a:t>2-Do not store your sensitive data as plain text</a:t>
            </a:r>
          </a:p>
          <a:p>
            <a:pPr>
              <a:spcBef>
                <a:spcPts val="1417"/>
              </a:spcBef>
              <a:buNone/>
            </a:pPr>
            <a:r>
              <a:rPr lang="en-US" sz="2000" spc="-1" dirty="0">
                <a:solidFill>
                  <a:srgbClr val="808080"/>
                </a:solidFill>
                <a:latin typeface="Segoe UI"/>
              </a:rPr>
              <a:t>	</a:t>
            </a:r>
            <a:r>
              <a:rPr lang="en-US" sz="2000" spc="-1" dirty="0" smtClean="0">
                <a:solidFill>
                  <a:srgbClr val="808080"/>
                </a:solidFill>
                <a:latin typeface="Segoe UI"/>
              </a:rPr>
              <a:t>3-Use of </a:t>
            </a:r>
            <a:r>
              <a:rPr lang="en-US" sz="2000" spc="-1" dirty="0" err="1" smtClean="0">
                <a:solidFill>
                  <a:srgbClr val="808080"/>
                </a:solidFill>
                <a:latin typeface="Segoe UI"/>
              </a:rPr>
              <a:t>github</a:t>
            </a:r>
            <a:r>
              <a:rPr lang="en-US" sz="2000" spc="-1" dirty="0" smtClean="0">
                <a:solidFill>
                  <a:srgbClr val="808080"/>
                </a:solidFill>
                <a:latin typeface="Segoe UI"/>
              </a:rPr>
              <a:t> secrets to store the Docker registry credentials.</a:t>
            </a:r>
          </a:p>
          <a:p>
            <a:pPr>
              <a:spcBef>
                <a:spcPts val="1417"/>
              </a:spcBef>
              <a:buNone/>
            </a:pPr>
            <a:endParaRPr lang="en-US" sz="2000" spc="-1" dirty="0" smtClean="0">
              <a:solidFill>
                <a:srgbClr val="808080"/>
              </a:solidFill>
              <a:latin typeface="Segoe UI"/>
            </a:endParaRPr>
          </a:p>
          <a:p>
            <a:pPr>
              <a:spcBef>
                <a:spcPts val="1417"/>
              </a:spcBef>
              <a:buNone/>
            </a:pPr>
            <a:r>
              <a:rPr lang="en-US" sz="2000" spc="-1" dirty="0" smtClean="0">
                <a:solidFill>
                  <a:srgbClr val="808080"/>
                </a:solidFill>
                <a:latin typeface="Segoe UI"/>
              </a:rPr>
              <a:t>5-Check my repo: https://github.com/compilereg/docker/tree/main/githubactions</a:t>
            </a:r>
            <a:endParaRPr lang="en-US" sz="2000" spc="-1" dirty="0">
              <a:solidFill>
                <a:srgbClr val="808080"/>
              </a:solidFill>
              <a:latin typeface="Segoe UI"/>
            </a:endParaRPr>
          </a:p>
          <a:p>
            <a:pPr>
              <a:spcBef>
                <a:spcPts val="1417"/>
              </a:spcBef>
              <a:buNone/>
            </a:pPr>
            <a:r>
              <a:rPr lang="en-US" sz="2000" b="0" strike="noStrike" spc="-1" dirty="0" smtClean="0">
                <a:solidFill>
                  <a:srgbClr val="808080"/>
                </a:solidFill>
                <a:latin typeface="Segoe UI"/>
              </a:rPr>
              <a:t>	</a:t>
            </a:r>
          </a:p>
          <a:p>
            <a:pPr>
              <a:spcBef>
                <a:spcPts val="1417"/>
              </a:spcBef>
              <a:buNone/>
            </a:pPr>
            <a:endParaRPr lang="en-US" sz="2000" b="0" strike="noStrike" spc="-1" dirty="0" smtClean="0">
              <a:solidFill>
                <a:srgbClr val="808080"/>
              </a:solidFill>
              <a:latin typeface="Segoe UI"/>
            </a:endParaRPr>
          </a:p>
          <a:p>
            <a:pPr>
              <a:spcBef>
                <a:spcPts val="1417"/>
              </a:spcBef>
              <a:buNone/>
            </a:pPr>
            <a:endParaRPr lang="en-US" sz="2000" b="0" strike="noStrike" spc="-1" dirty="0">
              <a:latin typeface="Arial"/>
            </a:endParaRPr>
          </a:p>
        </p:txBody>
      </p:sp>
      <p:sp>
        <p:nvSpPr>
          <p:cNvPr id="4" name="PlaceHolder 3"/>
          <p:cNvSpPr>
            <a:spLocks noGrp="1"/>
          </p:cNvSpPr>
          <p:nvPr>
            <p:ph type="sldNum" idx="5"/>
          </p:nvPr>
        </p:nvSpPr>
        <p:spPr/>
        <p:txBody>
          <a:bodyPr/>
          <a:lstStyle/>
          <a:p>
            <a:fld id="{DAD9058E-CE64-4948-8207-C2A1BDB08FE5}" type="slidenum">
              <a:t>40</a:t>
            </a:fld>
            <a:endParaRPr/>
          </a:p>
        </p:txBody>
      </p:sp>
    </p:spTree>
    <p:extLst>
      <p:ext uri="{BB962C8B-B14F-4D97-AF65-F5344CB8AC3E}">
        <p14:creationId xmlns:p14="http://schemas.microsoft.com/office/powerpoint/2010/main" val="849777390"/>
      </p:ext>
    </p:extLst>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Backup and Restore</a:t>
            </a:r>
            <a:endParaRPr lang="en-US" sz="3600" b="0" strike="noStrike" spc="-1">
              <a:latin typeface="Arial"/>
            </a:endParaRPr>
          </a:p>
        </p:txBody>
      </p:sp>
      <p:sp>
        <p:nvSpPr>
          <p:cNvPr id="157" name="PlaceHolder 2"/>
          <p:cNvSpPr>
            <a:spLocks noGrp="1"/>
          </p:cNvSpPr>
          <p:nvPr>
            <p:ph/>
          </p:nvPr>
        </p:nvSpPr>
        <p:spPr>
          <a:xfrm>
            <a:off x="780120" y="1718640"/>
            <a:ext cx="11174040" cy="4350600"/>
          </a:xfrm>
          <a:prstGeom prst="rect">
            <a:avLst/>
          </a:prstGeom>
          <a:noFill/>
          <a:ln w="0">
            <a:noFill/>
          </a:ln>
        </p:spPr>
        <p:txBody>
          <a:bodyPr lIns="90000" tIns="45000" rIns="90000" bIns="45000" anchor="t">
            <a:normAutofit fontScale="96000" lnSpcReduction="10000"/>
          </a:bodyPr>
          <a:lstStyle/>
          <a:p>
            <a:pPr marL="1428840" lvl="2"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Images:</a:t>
            </a:r>
            <a:endParaRPr lang="en-US" sz="2000" b="0" strike="noStrike" spc="-1">
              <a:latin typeface="Arial"/>
            </a:endParaRPr>
          </a:p>
          <a:p>
            <a:pPr marL="1886040" lvl="3"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Backup:</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Dump the image to std/out with all parent layers+all tags</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sudo docker save –o &lt;tar file&gt; &lt;image name&gt;</a:t>
            </a:r>
            <a:endParaRPr lang="en-US" sz="1900" b="0" strike="noStrike" spc="-1">
              <a:latin typeface="Arial"/>
            </a:endParaRPr>
          </a:p>
          <a:p>
            <a:pPr marL="1886040" lvl="3"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Restore:</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Restore an image from std/in </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sudo docker load –i &lt;tar file&gt;</a:t>
            </a:r>
            <a:endParaRPr lang="en-US" sz="1900" b="0" strike="noStrike" spc="-1">
              <a:latin typeface="Arial"/>
            </a:endParaRPr>
          </a:p>
        </p:txBody>
      </p:sp>
      <p:sp>
        <p:nvSpPr>
          <p:cNvPr id="4" name="PlaceHolder 3"/>
          <p:cNvSpPr>
            <a:spLocks noGrp="1"/>
          </p:cNvSpPr>
          <p:nvPr>
            <p:ph type="sldNum" idx="5"/>
          </p:nvPr>
        </p:nvSpPr>
        <p:spPr/>
        <p:txBody>
          <a:bodyPr/>
          <a:lstStyle/>
          <a:p>
            <a:fld id="{4C062D6F-DCDD-4B83-9FB9-03155E646829}" type="slidenum">
              <a:t>41</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Backup and Restore</a:t>
            </a:r>
            <a:endParaRPr lang="en-US" sz="3600" b="0" strike="noStrike" spc="-1">
              <a:latin typeface="Arial"/>
            </a:endParaRPr>
          </a:p>
        </p:txBody>
      </p:sp>
      <p:sp>
        <p:nvSpPr>
          <p:cNvPr id="159" name="PlaceHolder 2"/>
          <p:cNvSpPr>
            <a:spLocks noGrp="1"/>
          </p:cNvSpPr>
          <p:nvPr>
            <p:ph/>
          </p:nvPr>
        </p:nvSpPr>
        <p:spPr>
          <a:xfrm>
            <a:off x="780120" y="1718640"/>
            <a:ext cx="11174040" cy="4350600"/>
          </a:xfrm>
          <a:prstGeom prst="rect">
            <a:avLst/>
          </a:prstGeom>
          <a:noFill/>
          <a:ln w="0">
            <a:noFill/>
          </a:ln>
        </p:spPr>
        <p:txBody>
          <a:bodyPr lIns="90000" tIns="45000" rIns="90000" bIns="45000" anchor="t">
            <a:normAutofit fontScale="96000" lnSpcReduction="10000"/>
          </a:bodyPr>
          <a:lstStyle/>
          <a:p>
            <a:pPr marL="1428840" lvl="2"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Containers:</a:t>
            </a:r>
            <a:endParaRPr lang="en-US" sz="2000" b="0" strike="noStrike" spc="-1">
              <a:latin typeface="Arial"/>
            </a:endParaRPr>
          </a:p>
          <a:p>
            <a:pPr marL="1886040" lvl="3"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Backup:</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Dump a snapshot of container file system to std/out</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sudo docker export –o &lt;tar file&gt; &lt;container name&gt;</a:t>
            </a:r>
            <a:endParaRPr lang="en-US" sz="1900" b="0" strike="noStrike" spc="-1">
              <a:latin typeface="Arial"/>
            </a:endParaRPr>
          </a:p>
          <a:p>
            <a:pPr marL="1886040" lvl="3"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Restore:</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Extract the tar file into an image, which can be used to run a container</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sudo docker import –i &lt;tar file&gt;</a:t>
            </a:r>
            <a:endParaRPr lang="en-US" sz="1900" b="0" strike="noStrike" spc="-1">
              <a:latin typeface="Arial"/>
            </a:endParaRPr>
          </a:p>
        </p:txBody>
      </p:sp>
      <p:sp>
        <p:nvSpPr>
          <p:cNvPr id="4" name="PlaceHolder 3"/>
          <p:cNvSpPr>
            <a:spLocks noGrp="1"/>
          </p:cNvSpPr>
          <p:nvPr>
            <p:ph type="sldNum" idx="5"/>
          </p:nvPr>
        </p:nvSpPr>
        <p:spPr/>
        <p:txBody>
          <a:bodyPr/>
          <a:lstStyle/>
          <a:p>
            <a:fld id="{61DA2E80-E2E6-41AE-B586-989B590C8857}" type="slidenum">
              <a:t>42</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Backup and Restore</a:t>
            </a:r>
            <a:endParaRPr lang="en-US" sz="3600" b="0" strike="noStrike" spc="-1">
              <a:latin typeface="Arial"/>
            </a:endParaRPr>
          </a:p>
        </p:txBody>
      </p:sp>
      <p:sp>
        <p:nvSpPr>
          <p:cNvPr id="161" name="PlaceHolder 2"/>
          <p:cNvSpPr>
            <a:spLocks noGrp="1"/>
          </p:cNvSpPr>
          <p:nvPr>
            <p:ph/>
          </p:nvPr>
        </p:nvSpPr>
        <p:spPr>
          <a:xfrm>
            <a:off x="780120" y="1718640"/>
            <a:ext cx="11174040" cy="4350600"/>
          </a:xfrm>
          <a:prstGeom prst="rect">
            <a:avLst/>
          </a:prstGeom>
          <a:noFill/>
          <a:ln w="0">
            <a:noFill/>
          </a:ln>
        </p:spPr>
        <p:txBody>
          <a:bodyPr lIns="90000" tIns="45000" rIns="90000" bIns="45000" anchor="t">
            <a:normAutofit fontScale="96000"/>
          </a:bodyPr>
          <a:lstStyle/>
          <a:p>
            <a:pPr marL="1428840" lvl="2"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Volumes:</a:t>
            </a:r>
            <a:endParaRPr lang="en-US" sz="2000" b="0" strike="noStrike" spc="-1">
              <a:latin typeface="Arial"/>
            </a:endParaRPr>
          </a:p>
          <a:p>
            <a:pPr marL="1886040" lvl="3"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Backup:</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Create a temporarily container, and remove it after finish backup</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sudo docker run --rm --volumes-from &lt;container name&gt; -v $(pwd):/backup ubuntu tar cvf /backup/backup.tar &lt;Volume mount point&gt;</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--rm : Remove container after exit</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--volumes-from : mount all volumes from the &lt;container name&gt;</a:t>
            </a:r>
            <a:endParaRPr lang="en-US" sz="1900" b="0" strike="noStrike" spc="-1">
              <a:latin typeface="Arial"/>
            </a:endParaRPr>
          </a:p>
        </p:txBody>
      </p:sp>
      <p:sp>
        <p:nvSpPr>
          <p:cNvPr id="4" name="PlaceHolder 3"/>
          <p:cNvSpPr>
            <a:spLocks noGrp="1"/>
          </p:cNvSpPr>
          <p:nvPr>
            <p:ph type="sldNum" idx="5"/>
          </p:nvPr>
        </p:nvSpPr>
        <p:spPr/>
        <p:txBody>
          <a:bodyPr/>
          <a:lstStyle/>
          <a:p>
            <a:fld id="{34365279-364E-4CD9-9738-41A0CD187708}" type="slidenum">
              <a:t>43</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PlaceHolder 1"/>
          <p:cNvSpPr>
            <a:spLocks noGrp="1"/>
          </p:cNvSpPr>
          <p:nvPr>
            <p:ph type="title"/>
          </p:nvPr>
        </p:nvSpPr>
        <p:spPr>
          <a:xfrm>
            <a:off x="604440" y="0"/>
            <a:ext cx="10748520" cy="1208160"/>
          </a:xfrm>
          <a:prstGeom prst="rect">
            <a:avLst/>
          </a:prstGeom>
          <a:noFill/>
          <a:ln w="0">
            <a:noFill/>
          </a:ln>
        </p:spPr>
        <p:txBody>
          <a:bodyPr lIns="90000" tIns="45000" rIns="90000" bIns="45000" anchor="b">
            <a:noAutofit/>
          </a:bodyPr>
          <a:lstStyle/>
          <a:p>
            <a:pPr>
              <a:lnSpc>
                <a:spcPct val="100000"/>
              </a:lnSpc>
              <a:buNone/>
            </a:pPr>
            <a:r>
              <a:rPr lang="en-US" sz="3600" b="0" strike="noStrike" spc="-1">
                <a:solidFill>
                  <a:srgbClr val="FFFFFF"/>
                </a:solidFill>
                <a:latin typeface="Segoe UI Light"/>
              </a:rPr>
              <a:t>Backup and Restore</a:t>
            </a:r>
            <a:endParaRPr lang="en-US" sz="3600" b="0" strike="noStrike" spc="-1">
              <a:latin typeface="Arial"/>
            </a:endParaRPr>
          </a:p>
        </p:txBody>
      </p:sp>
      <p:sp>
        <p:nvSpPr>
          <p:cNvPr id="163" name="PlaceHolder 2"/>
          <p:cNvSpPr>
            <a:spLocks noGrp="1"/>
          </p:cNvSpPr>
          <p:nvPr>
            <p:ph/>
          </p:nvPr>
        </p:nvSpPr>
        <p:spPr>
          <a:xfrm>
            <a:off x="780120" y="1718640"/>
            <a:ext cx="11174040" cy="4350600"/>
          </a:xfrm>
          <a:prstGeom prst="rect">
            <a:avLst/>
          </a:prstGeom>
          <a:noFill/>
          <a:ln w="0">
            <a:noFill/>
          </a:ln>
        </p:spPr>
        <p:txBody>
          <a:bodyPr lIns="90000" tIns="45000" rIns="90000" bIns="45000" anchor="t">
            <a:normAutofit fontScale="94000"/>
          </a:bodyPr>
          <a:lstStyle/>
          <a:p>
            <a:pPr marL="1428840" lvl="2" indent="-285840">
              <a:lnSpc>
                <a:spcPct val="150000"/>
              </a:lnSpc>
              <a:spcBef>
                <a:spcPts val="601"/>
              </a:spcBef>
              <a:spcAft>
                <a:spcPts val="1199"/>
              </a:spcAft>
              <a:buClr>
                <a:srgbClr val="808080"/>
              </a:buClr>
              <a:buFont typeface="Arial"/>
              <a:buChar char="•"/>
            </a:pPr>
            <a:r>
              <a:rPr lang="en-US" sz="2000" b="0" strike="noStrike" spc="-1">
                <a:solidFill>
                  <a:srgbClr val="808080"/>
                </a:solidFill>
                <a:latin typeface="Segoe UI"/>
              </a:rPr>
              <a:t>Volumes:</a:t>
            </a:r>
            <a:endParaRPr lang="en-US" sz="2000" b="0" strike="noStrike" spc="-1">
              <a:latin typeface="Arial"/>
            </a:endParaRPr>
          </a:p>
          <a:p>
            <a:pPr marL="1886040" lvl="3"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Restore:</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Create a temporarily container, and remove it after finish restore</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sudo  docker run --rm --volumes-from &lt;container name&gt; -v $(pwd):/backup ubuntu bash -c "cd /dbdata &amp;&amp; tar xvf /backup/backup.tar --strip 1"</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--rm : Remove container after exit</a:t>
            </a:r>
            <a:endParaRPr lang="en-US" sz="1900" b="0" strike="noStrike" spc="-1">
              <a:latin typeface="Arial"/>
            </a:endParaRPr>
          </a:p>
          <a:p>
            <a:pPr marL="2343240" lvl="4" indent="-285840">
              <a:lnSpc>
                <a:spcPct val="150000"/>
              </a:lnSpc>
              <a:spcBef>
                <a:spcPts val="570"/>
              </a:spcBef>
              <a:spcAft>
                <a:spcPts val="1199"/>
              </a:spcAft>
              <a:buClr>
                <a:srgbClr val="808080"/>
              </a:buClr>
              <a:buFont typeface="Arial"/>
              <a:buChar char="•"/>
            </a:pPr>
            <a:r>
              <a:rPr lang="en-US" sz="1900" b="0" strike="noStrike" spc="-1">
                <a:solidFill>
                  <a:srgbClr val="808080"/>
                </a:solidFill>
                <a:latin typeface="Segoe UI"/>
              </a:rPr>
              <a:t>--volumes-from : mount all volumes from the &lt;container name&gt;</a:t>
            </a:r>
            <a:endParaRPr lang="en-US" sz="1900" b="0" strike="noStrike" spc="-1">
              <a:latin typeface="Arial"/>
            </a:endParaRPr>
          </a:p>
        </p:txBody>
      </p:sp>
      <p:sp>
        <p:nvSpPr>
          <p:cNvPr id="4" name="PlaceHolder 3"/>
          <p:cNvSpPr>
            <a:spLocks noGrp="1"/>
          </p:cNvSpPr>
          <p:nvPr>
            <p:ph type="sldNum" idx="5"/>
          </p:nvPr>
        </p:nvSpPr>
        <p:spPr/>
        <p:txBody>
          <a:bodyPr/>
          <a:lstStyle/>
          <a:p>
            <a:fld id="{BE7BD24B-7979-4B23-AB20-0599E6D6BF26}" type="slidenum">
              <a:t>44</a:t>
            </a:fld>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Welcome to PowerPoint</Template>
  <TotalTime>2539</TotalTime>
  <Words>2263</Words>
  <Application>Microsoft Office PowerPoint</Application>
  <PresentationFormat>Widescreen</PresentationFormat>
  <Paragraphs>432</Paragraphs>
  <Slides>44</Slides>
  <Notes>41</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44</vt:i4>
      </vt:variant>
    </vt:vector>
  </HeadingPairs>
  <TitlesOfParts>
    <vt:vector size="55" baseType="lpstr">
      <vt:lpstr>Arial</vt:lpstr>
      <vt:lpstr>DejaVu Sans</vt:lpstr>
      <vt:lpstr>Nunito Sans</vt:lpstr>
      <vt:lpstr>Segoe UI</vt:lpstr>
      <vt:lpstr>Segoe UI Light</vt:lpstr>
      <vt:lpstr>StarSymbol</vt:lpstr>
      <vt:lpstr>Symbol</vt:lpstr>
      <vt:lpstr>Times New Roman</vt:lpstr>
      <vt:lpstr>Wingdings</vt:lpstr>
      <vt:lpstr>Office Theme</vt:lpstr>
      <vt:lpstr>Office Theme</vt:lpstr>
      <vt:lpstr>Docker</vt:lpstr>
      <vt:lpstr>Contents</vt:lpstr>
      <vt:lpstr>Contents</vt:lpstr>
      <vt:lpstr>Contents</vt:lpstr>
      <vt:lpstr>Fundamental of docker  Docker logo</vt:lpstr>
      <vt:lpstr>Fundamental of docker  O/S Virtualization</vt:lpstr>
      <vt:lpstr>Fundamental of docker</vt:lpstr>
      <vt:lpstr>Fundamental of docker</vt:lpstr>
      <vt:lpstr>Container at a scale</vt:lpstr>
      <vt:lpstr>Benefits of docker</vt:lpstr>
      <vt:lpstr>Blue-Green deployments</vt:lpstr>
      <vt:lpstr>Docker don’t solve</vt:lpstr>
      <vt:lpstr>Virtual machine and container</vt:lpstr>
      <vt:lpstr>Docker concepts</vt:lpstr>
      <vt:lpstr>Install</vt:lpstr>
      <vt:lpstr>Docker hub</vt:lpstr>
      <vt:lpstr>Docker images</vt:lpstr>
      <vt:lpstr>Docker networking</vt:lpstr>
      <vt:lpstr>Docker networking Bridge</vt:lpstr>
      <vt:lpstr>Docker networking Host</vt:lpstr>
      <vt:lpstr>Docker networking Overlay</vt:lpstr>
      <vt:lpstr>Docker networking(contd)</vt:lpstr>
      <vt:lpstr>Container life cycle</vt:lpstr>
      <vt:lpstr>Executing command</vt:lpstr>
      <vt:lpstr>Container management</vt:lpstr>
      <vt:lpstr>Persistent storage</vt:lpstr>
      <vt:lpstr>Persistent storage (contd)</vt:lpstr>
      <vt:lpstr>Persistent storage (contd)</vt:lpstr>
      <vt:lpstr>Start a Wordpress</vt:lpstr>
      <vt:lpstr>Logs and monitoring</vt:lpstr>
      <vt:lpstr>Docker compose</vt:lpstr>
      <vt:lpstr>Docker compose(contd)</vt:lpstr>
      <vt:lpstr>Docker compose(contd)</vt:lpstr>
      <vt:lpstr>Docker compose(contd)</vt:lpstr>
      <vt:lpstr>Image management</vt:lpstr>
      <vt:lpstr>Image management Run</vt:lpstr>
      <vt:lpstr>Image management Entrypoint Vs. CMD</vt:lpstr>
      <vt:lpstr>Image management Entrypoint Vs. CMD (contd)</vt:lpstr>
      <vt:lpstr>CI/CD Pipelines and Docker</vt:lpstr>
      <vt:lpstr>CI/CD Pipelines and Docker</vt:lpstr>
      <vt:lpstr>Backup and Restore</vt:lpstr>
      <vt:lpstr>Backup and Restore</vt:lpstr>
      <vt:lpstr>Backup and Restore</vt:lpstr>
      <vt:lpstr>Backup and Restore</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Information</dc:title>
  <dc:subject/>
  <dc:creator>Ahmed Said</dc:creator>
  <dc:description/>
  <cp:lastModifiedBy>fast</cp:lastModifiedBy>
  <cp:revision>331</cp:revision>
  <dcterms:created xsi:type="dcterms:W3CDTF">2016-01-04T19:20:51Z</dcterms:created>
  <dcterms:modified xsi:type="dcterms:W3CDTF">2026-05-02T12:56:05Z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0x0101000209326C46D84741BF15DC17C06576D1</vt:lpwstr>
  </property>
  <property fmtid="{D5CDD505-2E9C-101B-9397-08002B2CF9AE}" pid="3" name="Notes">
    <vt:i4>30</vt:i4>
  </property>
  <property fmtid="{D5CDD505-2E9C-101B-9397-08002B2CF9AE}" pid="4" name="PresentationFormat">
    <vt:lpwstr>Widescreen</vt:lpwstr>
  </property>
  <property fmtid="{D5CDD505-2E9C-101B-9397-08002B2CF9AE}" pid="5" name="Slides">
    <vt:i4>33</vt:i4>
  </property>
  <property fmtid="{D5CDD505-2E9C-101B-9397-08002B2CF9AE}" pid="6" name="_TemplateID">
    <vt:lpwstr>TC029239449991</vt:lpwstr>
  </property>
</Properties>
</file>